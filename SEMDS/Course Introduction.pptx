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5.xml" ContentType="application/vnd.openxmlformats-officedocument.theme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theme/theme6.xml" ContentType="application/vnd.openxmlformats-officedocument.theme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theme/theme7.xml" ContentType="application/vnd.openxmlformats-officedocument.theme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theme/theme8.xml" ContentType="application/vnd.openxmlformats-officedocument.theme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theme/theme9.xml" ContentType="application/vnd.openxmlformats-officedocument.theme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theme/theme10.xml" ContentType="application/vnd.openxmlformats-officedocument.theme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theme/theme11.xml" ContentType="application/vnd.openxmlformats-officedocument.theme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  <p:sldMasterId id="2147483649" r:id="rId2"/>
    <p:sldMasterId id="2147483650" r:id="rId3"/>
    <p:sldMasterId id="2147483651" r:id="rId4"/>
    <p:sldMasterId id="2147483652" r:id="rId5"/>
    <p:sldMasterId id="2147483653" r:id="rId6"/>
    <p:sldMasterId id="2147483654" r:id="rId7"/>
    <p:sldMasterId id="2147483655" r:id="rId8"/>
    <p:sldMasterId id="2147483656" r:id="rId9"/>
    <p:sldMasterId id="2147483657" r:id="rId10"/>
    <p:sldMasterId id="2147483658" r:id="rId11"/>
    <p:sldMasterId id="2147483659" r:id="rId12"/>
  </p:sldMasterIdLst>
  <p:notesMasterIdLst>
    <p:notesMasterId r:id="rId27"/>
  </p:notesMasterIdLst>
  <p:handoutMasterIdLst>
    <p:handoutMasterId r:id="rId28"/>
  </p:handoutMasterIdLst>
  <p:sldIdLst>
    <p:sldId id="256" r:id="rId13"/>
    <p:sldId id="315" r:id="rId14"/>
    <p:sldId id="329" r:id="rId15"/>
    <p:sldId id="331" r:id="rId16"/>
    <p:sldId id="328" r:id="rId17"/>
    <p:sldId id="257" r:id="rId18"/>
    <p:sldId id="294" r:id="rId19"/>
    <p:sldId id="324" r:id="rId20"/>
    <p:sldId id="296" r:id="rId21"/>
    <p:sldId id="323" r:id="rId22"/>
    <p:sldId id="303" r:id="rId23"/>
    <p:sldId id="298" r:id="rId24"/>
    <p:sldId id="306" r:id="rId25"/>
    <p:sldId id="267" r:id="rId26"/>
  </p:sldIdLst>
  <p:sldSz cx="9144000" cy="6858000" type="screen4x3"/>
  <p:notesSz cx="6858000" cy="9144000"/>
  <p:defaultTextStyle>
    <a:defPPr>
      <a:defRPr lang="en-GB"/>
    </a:defPPr>
    <a:lvl1pPr algn="l" defTabSz="457200" rtl="0" eaLnBrk="0" fontAlgn="base" hangingPunct="0">
      <a:spcBef>
        <a:spcPct val="0"/>
      </a:spcBef>
      <a:spcAft>
        <a:spcPct val="0"/>
      </a:spcAft>
      <a:defRPr sz="2400" kern="1200">
        <a:solidFill>
          <a:schemeClr val="bg1"/>
        </a:solidFill>
        <a:latin typeface="Arial" charset="0"/>
        <a:ea typeface="ＭＳ Ｐゴシック" charset="-128"/>
        <a:cs typeface="+mn-cs"/>
      </a:defRPr>
    </a:lvl1pPr>
    <a:lvl2pPr marL="742950" indent="-285750" algn="l" defTabSz="457200" rtl="0" eaLnBrk="0" fontAlgn="base" hangingPunct="0">
      <a:spcBef>
        <a:spcPct val="0"/>
      </a:spcBef>
      <a:spcAft>
        <a:spcPct val="0"/>
      </a:spcAft>
      <a:defRPr sz="2400" kern="1200">
        <a:solidFill>
          <a:schemeClr val="bg1"/>
        </a:solidFill>
        <a:latin typeface="Arial" charset="0"/>
        <a:ea typeface="ＭＳ Ｐゴシック" charset="-128"/>
        <a:cs typeface="+mn-cs"/>
      </a:defRPr>
    </a:lvl2pPr>
    <a:lvl3pPr marL="1143000" indent="-228600" algn="l" defTabSz="457200" rtl="0" eaLnBrk="0" fontAlgn="base" hangingPunct="0">
      <a:spcBef>
        <a:spcPct val="0"/>
      </a:spcBef>
      <a:spcAft>
        <a:spcPct val="0"/>
      </a:spcAft>
      <a:defRPr sz="2400" kern="1200">
        <a:solidFill>
          <a:schemeClr val="bg1"/>
        </a:solidFill>
        <a:latin typeface="Arial" charset="0"/>
        <a:ea typeface="ＭＳ Ｐゴシック" charset="-128"/>
        <a:cs typeface="+mn-cs"/>
      </a:defRPr>
    </a:lvl3pPr>
    <a:lvl4pPr marL="1600200" indent="-228600" algn="l" defTabSz="457200" rtl="0" eaLnBrk="0" fontAlgn="base" hangingPunct="0">
      <a:spcBef>
        <a:spcPct val="0"/>
      </a:spcBef>
      <a:spcAft>
        <a:spcPct val="0"/>
      </a:spcAft>
      <a:defRPr sz="2400" kern="1200">
        <a:solidFill>
          <a:schemeClr val="bg1"/>
        </a:solidFill>
        <a:latin typeface="Arial" charset="0"/>
        <a:ea typeface="ＭＳ Ｐゴシック" charset="-128"/>
        <a:cs typeface="+mn-cs"/>
      </a:defRPr>
    </a:lvl4pPr>
    <a:lvl5pPr marL="2057400" indent="-228600" algn="l" defTabSz="457200" rtl="0" eaLnBrk="0" fontAlgn="base" hangingPunct="0">
      <a:spcBef>
        <a:spcPct val="0"/>
      </a:spcBef>
      <a:spcAft>
        <a:spcPct val="0"/>
      </a:spcAft>
      <a:defRPr sz="2400" kern="1200">
        <a:solidFill>
          <a:schemeClr val="bg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bg1"/>
        </a:solidFill>
        <a:latin typeface="Arial" charset="0"/>
        <a:ea typeface="ＭＳ Ｐゴシック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bg1"/>
        </a:solidFill>
        <a:latin typeface="Arial" charset="0"/>
        <a:ea typeface="ＭＳ Ｐゴシック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bg1"/>
        </a:solidFill>
        <a:latin typeface="Arial" charset="0"/>
        <a:ea typeface="ＭＳ Ｐゴシック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bg1"/>
        </a:solidFill>
        <a:latin typeface="Arial" charset="0"/>
        <a:ea typeface="ＭＳ Ｐゴシック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50"/>
    <p:restoredTop sz="94648"/>
  </p:normalViewPr>
  <p:slideViewPr>
    <p:cSldViewPr>
      <p:cViewPr>
        <p:scale>
          <a:sx n="77" d="100"/>
          <a:sy n="77" d="100"/>
        </p:scale>
        <p:origin x="651" y="267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1752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1.xml"/><Relationship Id="rId18" Type="http://schemas.openxmlformats.org/officeDocument/2006/relationships/slide" Target="slides/slide6.xml"/><Relationship Id="rId26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9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" Target="slides/slide5.xml"/><Relationship Id="rId25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4.xml"/><Relationship Id="rId20" Type="http://schemas.openxmlformats.org/officeDocument/2006/relationships/slide" Target="slides/slide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2.xml"/><Relationship Id="rId32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3.xml"/><Relationship Id="rId23" Type="http://schemas.openxmlformats.org/officeDocument/2006/relationships/slide" Target="slides/slide11.xml"/><Relationship Id="rId28" Type="http://schemas.openxmlformats.org/officeDocument/2006/relationships/handoutMaster" Target="handoutMasters/handoutMaster1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7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2.xml"/><Relationship Id="rId22" Type="http://schemas.openxmlformats.org/officeDocument/2006/relationships/slide" Target="slides/slide10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buClr>
                <a:srgbClr val="000000"/>
              </a:buClr>
              <a:buSzPct val="100000"/>
              <a:buFont typeface="Times New Roman" charset="0"/>
              <a:buNone/>
              <a:defRPr sz="1200"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buClr>
                <a:srgbClr val="000000"/>
              </a:buClr>
              <a:buSzPct val="100000"/>
              <a:buFont typeface="Times New Roman" charset="0"/>
              <a:buNone/>
              <a:defRPr sz="1200"/>
            </a:lvl1pPr>
          </a:lstStyle>
          <a:p>
            <a:pPr>
              <a:defRPr/>
            </a:pPr>
            <a:fld id="{86211CF4-95D9-F745-A667-9438A1BE52A6}" type="datetimeFigureOut">
              <a:rPr lang="en-US" altLang="x-none"/>
              <a:pPr>
                <a:defRPr/>
              </a:pPr>
              <a:t>1/6/2026</a:t>
            </a:fld>
            <a:endParaRPr lang="en-US" altLang="x-non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buClr>
                <a:srgbClr val="000000"/>
              </a:buClr>
              <a:buSzPct val="100000"/>
              <a:buFont typeface="Times New Roman" charset="0"/>
              <a:buNone/>
              <a:defRPr sz="1200"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buClr>
                <a:srgbClr val="000000"/>
              </a:buClr>
              <a:buSzPct val="100000"/>
              <a:buFont typeface="Times New Roman" charset="0"/>
              <a:buNone/>
              <a:defRPr sz="1200"/>
            </a:lvl1pPr>
          </a:lstStyle>
          <a:p>
            <a:pPr>
              <a:defRPr/>
            </a:pPr>
            <a:fld id="{8A13EF08-63AF-DA4E-AD7A-D9A136F4BD14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AutoShape 1"/>
          <p:cNvSpPr>
            <a:spLocks noChangeArrowheads="1"/>
          </p:cNvSpPr>
          <p:nvPr/>
        </p:nvSpPr>
        <p:spPr bwMode="auto">
          <a:xfrm>
            <a:off x="0" y="0"/>
            <a:ext cx="6858000" cy="9144000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sp>
        <p:nvSpPr>
          <p:cNvPr id="148483" name="Text Box 2"/>
          <p:cNvSpPr txBox="1">
            <a:spLocks noChangeArrowheads="1"/>
          </p:cNvSpPr>
          <p:nvPr/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3884613" y="0"/>
            <a:ext cx="2970212" cy="455613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algn="r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Arial Unicode MS" charset="0"/>
                <a:cs typeface="Arial Unicode MS" charset="0"/>
              </a:defRPr>
            </a:lvl1pPr>
          </a:lstStyle>
          <a:p>
            <a:pPr>
              <a:defRPr/>
            </a:pPr>
            <a:endParaRPr lang="en-US" altLang="x-none"/>
          </a:p>
        </p:txBody>
      </p:sp>
      <p:sp>
        <p:nvSpPr>
          <p:cNvPr id="148485" name="Rectangle 4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143000" y="685800"/>
            <a:ext cx="4570413" cy="3427413"/>
          </a:xfrm>
          <a:prstGeom prst="rect">
            <a:avLst/>
          </a:prstGeom>
          <a:noFill/>
          <a:ln w="12600" cap="sq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13317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685800" y="4343400"/>
            <a:ext cx="5484813" cy="4113213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/>
          </a:p>
        </p:txBody>
      </p:sp>
      <p:sp>
        <p:nvSpPr>
          <p:cNvPr id="148487" name="Text Box 6"/>
          <p:cNvSpPr txBox="1">
            <a:spLocks noChangeArrowheads="1"/>
          </p:cNvSpPr>
          <p:nvPr/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sp>
        <p:nvSpPr>
          <p:cNvPr id="13319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884613" y="8685213"/>
            <a:ext cx="2970212" cy="455612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>
            <a:lvl1pPr marL="215900" indent="-215900" algn="r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93957132-C3D2-0B41-8DF0-69358282AA49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ＭＳ Ｐゴシック" charset="0"/>
      </a:defRPr>
    </a:lvl1pPr>
    <a:lvl2pPr marL="742950" indent="-28575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2pPr>
    <a:lvl3pPr marL="11430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3pPr>
    <a:lvl4pPr marL="16002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4pPr>
    <a:lvl5pPr marL="20574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7"/>
          <p:cNvSpPr>
            <a:spLocks noGrp="1" noChangeArrowheads="1"/>
          </p:cNvSpPr>
          <p:nvPr>
            <p:ph type="sldNum" sz="quarter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15900" indent="-215900"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ct val="0"/>
              </a:spcBef>
              <a:buSzPct val="45000"/>
              <a:buFont typeface="Wingdings" charset="2"/>
              <a:buNone/>
            </a:pPr>
            <a:fld id="{B5C3C74D-D62E-A54E-A0E0-894F3E246E15}" type="slidenum">
              <a:rPr lang="en-US" altLang="x-none"/>
              <a:pPr>
                <a:spcBef>
                  <a:spcPct val="0"/>
                </a:spcBef>
                <a:buSzPct val="45000"/>
                <a:buFont typeface="Wingdings" charset="2"/>
                <a:buNone/>
              </a:pPr>
              <a:t>1</a:t>
            </a:fld>
            <a:endParaRPr lang="en-US" altLang="x-none"/>
          </a:p>
        </p:txBody>
      </p:sp>
      <p:sp>
        <p:nvSpPr>
          <p:cNvPr id="151555" name="Text Box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</p:spPr>
      </p:sp>
      <p:sp>
        <p:nvSpPr>
          <p:cNvPr id="45058" name="Text Box 2"/>
          <p:cNvSpPr txBox="1"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ln/>
          <a:extLst>
            <a:ext uri="{AF507438-7753-43e0-B8FC-AC1667EBCBE1}"/>
          </a:extLst>
        </p:spPr>
        <p:txBody>
          <a:bodyPr wrap="none" anchor="ctr"/>
          <a:lstStyle/>
          <a:p>
            <a:pPr>
              <a:defRPr/>
            </a:pPr>
            <a:endParaRPr lang="en-US"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7"/>
          <p:cNvSpPr>
            <a:spLocks noGrp="1" noChangeArrowheads="1"/>
          </p:cNvSpPr>
          <p:nvPr>
            <p:ph type="sldNum" sz="quarter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15900" indent="-215900"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ct val="0"/>
              </a:spcBef>
              <a:buSzPct val="45000"/>
              <a:buFont typeface="Wingdings" charset="2"/>
              <a:buNone/>
            </a:pPr>
            <a:fld id="{07C57594-F101-AD4A-95A0-BEEBCB4C419D}" type="slidenum">
              <a:rPr lang="en-US" altLang="x-none"/>
              <a:pPr>
                <a:spcBef>
                  <a:spcPct val="0"/>
                </a:spcBef>
                <a:buSzPct val="45000"/>
                <a:buFont typeface="Wingdings" charset="2"/>
                <a:buNone/>
              </a:pPr>
              <a:t>2</a:t>
            </a:fld>
            <a:endParaRPr lang="en-US" altLang="x-none"/>
          </a:p>
        </p:txBody>
      </p:sp>
      <p:sp>
        <p:nvSpPr>
          <p:cNvPr id="153603" name="Text Box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</p:spPr>
      </p:sp>
      <p:sp>
        <p:nvSpPr>
          <p:cNvPr id="48130" name="Text Box 2"/>
          <p:cNvSpPr txBox="1"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ln/>
          <a:extLst>
            <a:ext uri="{AF507438-7753-43e0-B8FC-AC1667EBCBE1}"/>
          </a:extLst>
        </p:spPr>
        <p:txBody>
          <a:bodyPr wrap="none" anchor="ctr"/>
          <a:lstStyle/>
          <a:p>
            <a:pPr>
              <a:defRPr/>
            </a:pPr>
            <a:endParaRPr lang="en-US"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Rectangle 7"/>
          <p:cNvSpPr>
            <a:spLocks noGrp="1" noChangeArrowheads="1"/>
          </p:cNvSpPr>
          <p:nvPr>
            <p:ph type="sldNum" sz="quarter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15900" indent="-215900"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ct val="0"/>
              </a:spcBef>
              <a:buSzPct val="45000"/>
              <a:buFont typeface="Wingdings" charset="2"/>
              <a:buNone/>
            </a:pPr>
            <a:fld id="{B934ED47-A15F-884D-97FF-79A975641559}" type="slidenum">
              <a:rPr lang="en-US" altLang="x-none"/>
              <a:pPr>
                <a:spcBef>
                  <a:spcPct val="0"/>
                </a:spcBef>
                <a:buSzPct val="45000"/>
                <a:buFont typeface="Wingdings" charset="2"/>
                <a:buNone/>
              </a:pPr>
              <a:t>6</a:t>
            </a:fld>
            <a:endParaRPr lang="en-US" altLang="x-none"/>
          </a:p>
        </p:txBody>
      </p:sp>
      <p:sp>
        <p:nvSpPr>
          <p:cNvPr id="155651" name="Text Box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</p:spPr>
      </p:sp>
      <p:sp>
        <p:nvSpPr>
          <p:cNvPr id="46082" name="Text Box 2"/>
          <p:cNvSpPr txBox="1"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ln/>
          <a:extLst>
            <a:ext uri="{AF507438-7753-43e0-B8FC-AC1667EBCBE1}"/>
          </a:extLst>
        </p:spPr>
        <p:txBody>
          <a:bodyPr wrap="none" anchor="ctr"/>
          <a:lstStyle/>
          <a:p>
            <a:pPr>
              <a:defRPr/>
            </a:pPr>
            <a:endParaRPr lang="en-US"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94" name="Rectangle 7"/>
          <p:cNvSpPr>
            <a:spLocks noGrp="1" noChangeArrowheads="1"/>
          </p:cNvSpPr>
          <p:nvPr>
            <p:ph type="sldNum" sz="quarter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15900" indent="-215900"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ct val="0"/>
              </a:spcBef>
              <a:buSzPct val="45000"/>
              <a:buFont typeface="Wingdings" charset="2"/>
              <a:buNone/>
            </a:pPr>
            <a:fld id="{8EAE2D43-B533-FC4B-8C40-E4ECD9751156}" type="slidenum">
              <a:rPr lang="en-US" altLang="x-none"/>
              <a:pPr>
                <a:spcBef>
                  <a:spcPct val="0"/>
                </a:spcBef>
                <a:buSzPct val="45000"/>
                <a:buFont typeface="Wingdings" charset="2"/>
                <a:buNone/>
              </a:pPr>
              <a:t>7</a:t>
            </a:fld>
            <a:endParaRPr lang="en-US" altLang="x-none"/>
          </a:p>
        </p:txBody>
      </p:sp>
      <p:sp>
        <p:nvSpPr>
          <p:cNvPr id="161795" name="Text Box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</p:spPr>
      </p:sp>
      <p:sp>
        <p:nvSpPr>
          <p:cNvPr id="47106" name="Text Box 2"/>
          <p:cNvSpPr txBox="1"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ln/>
          <a:extLst>
            <a:ext uri="{AF507438-7753-43e0-B8FC-AC1667EBCBE1}"/>
          </a:extLst>
        </p:spPr>
        <p:txBody>
          <a:bodyPr wrap="none" anchor="ctr"/>
          <a:lstStyle/>
          <a:p>
            <a:pPr>
              <a:defRPr/>
            </a:pPr>
            <a:endParaRPr lang="en-US"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1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endParaRPr lang="en-US" dirty="0">
              <a:cs typeface="+mn-cs"/>
            </a:endParaRPr>
          </a:p>
        </p:txBody>
      </p:sp>
      <p:sp>
        <p:nvSpPr>
          <p:cNvPr id="168963" name="Slide Number Placeholder 3"/>
          <p:cNvSpPr>
            <a:spLocks noGrp="1"/>
          </p:cNvSpPr>
          <p:nvPr>
            <p:ph type="sldNum" sz="quarter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15900" indent="-215900"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ct val="0"/>
              </a:spcBef>
              <a:buSzPct val="45000"/>
              <a:buFont typeface="Wingdings" charset="2"/>
              <a:buNone/>
            </a:pPr>
            <a:fld id="{FDE41602-C361-A14E-8648-CBD79877F6E1}" type="slidenum">
              <a:rPr lang="en-US" altLang="x-none"/>
              <a:pPr>
                <a:spcBef>
                  <a:spcPct val="0"/>
                </a:spcBef>
                <a:buSzPct val="45000"/>
                <a:buFont typeface="Wingdings" charset="2"/>
                <a:buNone/>
              </a:pPr>
              <a:t>8</a:t>
            </a:fld>
            <a:endParaRPr lang="en-US" altLang="x-none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Rectangle 7"/>
          <p:cNvSpPr>
            <a:spLocks noGrp="1" noChangeArrowheads="1"/>
          </p:cNvSpPr>
          <p:nvPr>
            <p:ph type="sldNum" sz="quarter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15900" indent="-215900"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ct val="0"/>
              </a:spcBef>
              <a:buSzPct val="45000"/>
              <a:buFont typeface="Wingdings" charset="2"/>
              <a:buNone/>
            </a:pPr>
            <a:fld id="{6EE3A733-988A-4746-A92D-DD6E9648E468}" type="slidenum">
              <a:rPr lang="en-US" altLang="x-none"/>
              <a:pPr>
                <a:spcBef>
                  <a:spcPct val="0"/>
                </a:spcBef>
                <a:buSzPct val="45000"/>
                <a:buFont typeface="Wingdings" charset="2"/>
                <a:buNone/>
              </a:pPr>
              <a:t>10</a:t>
            </a:fld>
            <a:endParaRPr lang="en-US" altLang="x-none"/>
          </a:p>
        </p:txBody>
      </p:sp>
      <p:sp>
        <p:nvSpPr>
          <p:cNvPr id="178179" name="Text Box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</p:spPr>
      </p:sp>
      <p:sp>
        <p:nvSpPr>
          <p:cNvPr id="54274" name="Text Box 2"/>
          <p:cNvSpPr txBox="1"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ln/>
          <a:extLst>
            <a:ext uri="{AF507438-7753-43e0-B8FC-AC1667EBCBE1}"/>
          </a:extLst>
        </p:spPr>
        <p:txBody>
          <a:bodyPr wrap="none" anchor="ctr"/>
          <a:lstStyle/>
          <a:p>
            <a:pPr>
              <a:defRPr/>
            </a:pPr>
            <a:r>
              <a:rPr lang="en-US" dirty="0">
                <a:cs typeface="+mn-cs"/>
              </a:rPr>
              <a:t>Describe the importance of the homework and address concerns about rigidity for grad students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"/>
          <p:cNvSpPr>
            <a:spLocks noGrp="1" noChangeArrowheads="1"/>
          </p:cNvSpPr>
          <p:nvPr>
            <p:ph type="sldNum" sz="quarter"/>
          </p:nvPr>
        </p:nvSpPr>
        <p:spPr/>
        <p:txBody>
          <a:bodyPr/>
          <a:lstStyle/>
          <a:p>
            <a:pPr>
              <a:defRPr/>
            </a:pPr>
            <a:fld id="{2A570906-C557-7A46-B050-71FF7E51BD95}" type="slidenum">
              <a:rPr lang="en-US"/>
              <a:pPr>
                <a:defRPr/>
              </a:pPr>
              <a:t>11</a:t>
            </a:fld>
            <a:endParaRPr lang="en-US"/>
          </a:p>
        </p:txBody>
      </p:sp>
      <p:sp>
        <p:nvSpPr>
          <p:cNvPr id="46081" name="Text Box 1"/>
          <p:cNvSpPr txBox="1">
            <a:spLocks noGrp="1" noRot="1" noChangeAspect="1" noChangeArrowhead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sp>
      <p:sp>
        <p:nvSpPr>
          <p:cNvPr id="46082" name="Text Box 2"/>
          <p:cNvSpPr txBox="1"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ln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46578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"/>
          <p:cNvSpPr>
            <a:spLocks noGrp="1" noChangeArrowheads="1"/>
          </p:cNvSpPr>
          <p:nvPr>
            <p:ph type="sldNum" sz="quarter"/>
          </p:nvPr>
        </p:nvSpPr>
        <p:spPr/>
        <p:txBody>
          <a:bodyPr/>
          <a:lstStyle/>
          <a:p>
            <a:pPr>
              <a:defRPr/>
            </a:pPr>
            <a:fld id="{2A570906-C557-7A46-B050-71FF7E51BD95}" type="slidenum">
              <a:rPr lang="en-US"/>
              <a:pPr>
                <a:defRPr/>
              </a:pPr>
              <a:t>12</a:t>
            </a:fld>
            <a:endParaRPr lang="en-US"/>
          </a:p>
        </p:txBody>
      </p:sp>
      <p:sp>
        <p:nvSpPr>
          <p:cNvPr id="46081" name="Text Box 1"/>
          <p:cNvSpPr txBox="1">
            <a:spLocks noGrp="1" noRot="1" noChangeAspect="1" noChangeArrowhead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sp>
      <p:sp>
        <p:nvSpPr>
          <p:cNvPr id="46082" name="Text Box 2"/>
          <p:cNvSpPr txBox="1"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ln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166364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"/>
          <p:cNvSpPr>
            <a:spLocks noGrp="1" noChangeArrowheads="1"/>
          </p:cNvSpPr>
          <p:nvPr>
            <p:ph type="sldNum" sz="quarter"/>
          </p:nvPr>
        </p:nvSpPr>
        <p:spPr/>
        <p:txBody>
          <a:bodyPr/>
          <a:lstStyle/>
          <a:p>
            <a:pPr>
              <a:defRPr/>
            </a:pPr>
            <a:fld id="{2A570906-C557-7A46-B050-71FF7E51BD95}" type="slidenum">
              <a:rPr lang="en-US"/>
              <a:pPr>
                <a:defRPr/>
              </a:pPr>
              <a:t>13</a:t>
            </a:fld>
            <a:endParaRPr lang="en-US"/>
          </a:p>
        </p:txBody>
      </p:sp>
      <p:sp>
        <p:nvSpPr>
          <p:cNvPr id="46081" name="Text Box 1"/>
          <p:cNvSpPr txBox="1">
            <a:spLocks noGrp="1" noRot="1" noChangeAspect="1" noChangeArrowhead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sp>
      <p:sp>
        <p:nvSpPr>
          <p:cNvPr id="46082" name="Text Box 2"/>
          <p:cNvSpPr txBox="1"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ln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26975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7"/>
          <p:cNvSpPr>
            <a:spLocks noGrp="1" noChangeArrowheads="1"/>
          </p:cNvSpPr>
          <p:nvPr>
            <p:ph type="sldNum" sz="quarter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15900" indent="-215900"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ct val="0"/>
              </a:spcBef>
              <a:buSzPct val="45000"/>
              <a:buFont typeface="Wingdings" charset="2"/>
              <a:buNone/>
            </a:pPr>
            <a:fld id="{6263C0BD-BF43-B140-AE76-DECCEE9D31F8}" type="slidenum">
              <a:rPr lang="en-US" altLang="x-none"/>
              <a:pPr>
                <a:spcBef>
                  <a:spcPct val="0"/>
                </a:spcBef>
                <a:buSzPct val="45000"/>
                <a:buFont typeface="Wingdings" charset="2"/>
                <a:buNone/>
              </a:pPr>
              <a:t>14</a:t>
            </a:fld>
            <a:endParaRPr lang="en-US" altLang="x-none"/>
          </a:p>
        </p:txBody>
      </p:sp>
      <p:sp>
        <p:nvSpPr>
          <p:cNvPr id="180227" name="Text Box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</p:spPr>
      </p:sp>
      <p:sp>
        <p:nvSpPr>
          <p:cNvPr id="56322" name="Text Box 2"/>
          <p:cNvSpPr txBox="1"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ln/>
          <a:extLst>
            <a:ext uri="{AF507438-7753-43e0-B8FC-AC1667EBCBE1}"/>
          </a:extLst>
        </p:spPr>
        <p:txBody>
          <a:bodyPr wrap="none" anchor="ctr"/>
          <a:lstStyle/>
          <a:p>
            <a:pPr>
              <a:defRPr/>
            </a:pPr>
            <a:endParaRPr lang="en-US"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5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6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Footer Placeholder 3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1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34E179-82C1-794A-AF94-B835AF2542E4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316783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5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6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3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1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C5A17C-7B0F-934E-B794-68787740D6D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51099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5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6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3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1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27DF1F3-3A8C-6444-9DF0-BDF3B77C0D18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31409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6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7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9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A57D4DA-B059-8F47-8080-A83612BDF0D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790640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8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9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0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6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4" name="Slide Number Placeholder 7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BF850A-875D-554D-8A5E-CF377EC068A6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814366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4" name="Freeform 10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5" name="Picture 11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6" name="Rectangle 12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7" name="Picture 1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2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0" name="Slide Number Placeholder 3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654572-8C1D-F141-995C-CCE926B2FBD9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933209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3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4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6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Footer Placeholder 1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9" name="Slide Number Placeholder 2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26809C7-5EC7-6542-99AB-B9F43FD064C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5764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6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7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9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4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45FE55-EECD-8E43-BB66-C190F57FF37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383469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6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7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9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4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665F58-C5B2-B547-9CDE-CC0CB99F80FC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1682387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5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6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3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1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69E5FBE-60FA-E943-A0B0-17391326A0A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6190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5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6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3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1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4F37701-CDDE-7447-8C25-9E31D1A0EF7E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098196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8BD1D8C-DEC7-944C-B3F4-30363805024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7891583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1101EB6-3B03-3046-B01F-9CE2F70221C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257207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59572DF-060E-9344-83AB-9ACB6D9892F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403836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684395-9A8C-514E-B025-52D13B06300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9164542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FD4E343-6B6A-5F48-8B07-A3BF0A7EE143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930567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098A940-B038-6647-873E-0F63F58DB1D4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29344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35BF5D3-DDD5-5E48-967C-78E2F6B606F8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2438269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2C6977F-6D06-854F-ACFD-7865602D1A43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3939304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5903304-C510-4B4F-8ADE-26AF6B59BC28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8897327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1508172-C904-6841-9C84-314DB2AB0EE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8093422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4CC5EE1-89EC-2542-882C-3B0D7AC91064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536411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B52CDE4-A5D6-3F4D-9992-7AEF4E963089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7806343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2865D0E-5061-C548-88EE-5569DA521AB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1434503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6D4FAA5-E750-FD42-BB70-05D04FC3757C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3855611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1417D4C-B480-2040-B276-02261CAD922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84033465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DA216E8-4824-1B45-B97A-7E7BDA5F9E3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5199987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F6D2299-EAF9-894D-8C21-76A661BAF7C5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4587748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82B1CBC-BE39-E649-8CCA-3D8B5AE24183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07210799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DA7C572-D1DB-1F46-AC69-DFA2CED93C9D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7683579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940A4D0-ED9A-A744-9891-17C90425396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10930595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ADD4EE-BAA4-2E4B-88A1-C488F2D9E1A6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4517462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0C46327-57F7-7B4E-B74E-731B923F2313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1686261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A88D4DD-9915-F947-9D72-C3FD6E164D88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3018773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B26229C-470B-2445-959B-63706BDA0DBE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95556032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43BC792-C034-AF48-8571-633211307A9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21960278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4A4360-394E-6D48-AF01-FF1CAB391B7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3252965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F7CC55F-7E29-054F-8021-710329E1C1C5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8531922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8EB52E-84A8-4341-851B-727A3F19D76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61732326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2D75D3-F01F-DA4F-A636-085FD1591A09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85868342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9873BA6-6C91-7F4B-AF80-B68476E6EFE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80223294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F241B39-B092-024A-9436-D414FD11F025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22672032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49A92C8-4F9A-D949-A40E-DEC3DA84E31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4554149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CFC1BC6-9886-004D-9AF6-47BCA3B0C7DB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32151720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5DA9AB6-009C-FE46-A34C-1D94DD8C4BB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638039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FB610A-2BE5-D645-8E5C-00F362DBECE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8063014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06659C6-8768-B442-88F2-07C6DA42D57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8513824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6CFDC91-D79B-224B-BDE2-F5B482911226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87047566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514551D-6591-414F-9F8E-A7C18AC2380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7144364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DD2ABFA-A947-444A-9A04-DEA599F7FBE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0994922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7E55940-D152-0945-A4FB-CB47680BF86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6883102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D9B7A41-0771-F446-AF51-85273E7124A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90654012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83947EC-7ECF-6646-93EB-05AC65084D1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616417602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DF4DEE8-54F8-2B4E-AE7D-285A618D513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66952368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590EC2-35DE-D34D-8558-0020167C1BC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01776396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60C9854-34E4-774D-B8FB-DF5DB88A105B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4475720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F548536-0722-C246-9CD8-DDCAC2FB68A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2485705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8253A98-956F-754E-980E-96C0F3E62C86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95372486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0FDA174-6509-6642-9B60-8D1B4CC5C2C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228860232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EBB398-FA97-C147-A74A-2F56F100BC3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10368602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3112328-B067-3B4A-B55D-45183094A06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83476303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5C3F247-53A4-1E43-A629-79EA6035170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14465877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3AB81F-AECE-6042-A863-F41E7421D004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12158882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1FC6462-5463-5E46-8758-462C3BCC324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07944567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6B9DDF-4344-EB4F-AB48-095D2602220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9450441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ADE8FE5-0ABC-9143-90F5-3BC0225690E6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13821592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6215745-8A22-E04E-9C4C-0FC965744FE9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0376980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D49803-D2EC-7549-88F0-666E72153334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875065450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49F1AA5-1461-FF4B-9152-C2084F39B67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04998207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BDAA7FB-2B84-D942-A798-0015113DF4C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96853528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4C65FF-0657-3440-B41D-69F0CF468B33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39435699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5F3A47B-B38C-184F-B00C-3A36C770291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32474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27F8ADA-C949-394C-AE71-B5975E4751C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3961646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38DDE4-E0F1-8941-B60D-9BFB4ADDA433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2380256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D6299EB-87B8-574F-88CC-CDDB413AB566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14240902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9415434-5594-334E-9DF9-4BF964F0B1E3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7691336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26F2A75-24E9-8B47-995C-BFE8FFAFD4F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91858301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36DA9C1-B52F-224A-A444-5EA5A520D3B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15768936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0A70922-6D0E-FB4F-B545-4EF6A584FDFD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8331573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FED187-31A5-0849-8720-798BF1DF087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921198879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96D5102-528B-394F-B2AA-C90A43EABCF5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37994813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21D6121-FA97-4547-B06A-8F7101354C4D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112316957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654F617-BF5C-2741-950B-F79FE3E081BE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5892774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229B6C9-9CB8-E647-A120-5080AB6DA7B3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818370793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BE8963-29AB-2647-820C-81B281A3C5C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87264256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FA1A8F6-60E2-D049-801B-17D3F192688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13070955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D738F1F-18AE-BA49-A055-83B45CA0E1E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545693967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DD07892-FD9B-FA41-8782-EC4ECFAA5326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68825610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1EDA4A-00BA-794A-9688-10BC93C4A3EE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214222028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80A0FB-2FA4-8A4E-A9C4-315C09C2766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040010802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EECB058-3CDF-7B49-9E21-AB77226ADBA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885124859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CD8EF3-7F99-8147-93F7-4B6AF2901278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67261022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F6D53CF-A0D2-C547-9D88-9D8ED6F0E92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701278253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4A9FD86-5CF4-0B4C-9010-B15B85BE932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99334343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0A4D525-C1FD-7E4B-B8EB-1A83D29BFFA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85240267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113654-71EE-C34B-A308-4692008F3BBC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658064209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6EB7E17-BB62-5241-86B8-82DC86EF8DF8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44378613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A666061-EDD5-8941-8CEB-61C66686BC6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9101247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01EED35-A7BC-E244-9CF9-9B6A7C98C2E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312220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996C1C0-9EE3-3A4F-8216-3D837CEF8E5E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84008830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921A790-591B-7840-AF82-49814E3C14F9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36139020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E614A0-D8B1-9D49-9EA2-11F2B5FEB34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19800507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6FA127-6EB4-4A42-B7BD-D6446FE7443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36928130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13408D5-6A57-F642-B642-0B9266DD804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984187418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6C3D5B0-593E-6E47-86E2-A15D20CA0B46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111863710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7B64025-5A85-7948-A89F-7514B8ECE91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83656354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A57C650-061B-8F4D-B711-72032C505C5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86737783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A2F3840-5465-9C42-ABA1-96B2A8B9FB1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7011857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B6C96EB-B6C7-3B41-8097-654956CE034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20574037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17911D5-9E48-6C44-9B7B-1A8A7966950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219157582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7E129A6-3E33-1D4F-999D-329588F4087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240004647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3DBEB7D-77DD-8345-86F6-9918AFE8C1A3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576791641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F0F060A-7D31-E74E-B42F-6C6544C3162C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188906307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6A21F34-9FAD-9041-8FCE-27060AFA65E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760450061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0AFF29A-B0CB-3244-B196-89050A2BB233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001970508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3A86D74-66F9-A64B-AA69-A4FF18B380F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44546760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43D6D05-13C7-9641-B39B-6DAC324885B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181483008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C09340C-FD7A-A64B-B65F-F4EC999DAF7E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551115294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F8AC6F7-606B-6249-8D74-F4A5EE3523CC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290755325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8435275-FF14-7A4D-A9F3-B83C08E27EE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992428928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5943745-7126-9346-9341-983EFE42A9B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40485225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7669477-5EC4-0947-9C68-DD8688EDFBD9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75839054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CC6EC82-25AC-AF43-BE2F-D2F123860A44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97879150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C919945-E944-FB43-80C7-ABE59BB4419E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50188494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2B33BD3-8D0D-4D48-8AE9-1A851E28C46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526108855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F826019-D506-5849-8A66-383E2969B98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914329864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A2F6B57-29A6-DB4A-A48A-095E79A64A9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42024894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E7FBE46-0CAD-BC49-A343-4133224B85F5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86762884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E1FD992-E34C-A14F-8A81-3D1D3D6BDE0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5018312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7EEAC7B-6E73-8F40-AB01-E052B2062D6D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35804844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5DB9DFD-854E-374B-AA1E-F569C56905B5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98271769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8A5A5F5-E040-0147-A524-23B43AA9976D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826789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17" Type="http://schemas.openxmlformats.org/officeDocument/2006/relationships/image" Target="../media/image5.png"/><Relationship Id="rId2" Type="http://schemas.openxmlformats.org/officeDocument/2006/relationships/slideLayout" Target="../slideLayouts/slideLayout13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2.jpe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14" Type="http://schemas.openxmlformats.org/officeDocument/2006/relationships/image" Target="../media/image2.jpe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14" Type="http://schemas.openxmlformats.org/officeDocument/2006/relationships/image" Target="../media/image2.jpe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Relationship Id="rId14" Type="http://schemas.openxmlformats.org/officeDocument/2006/relationships/image" Target="../media/image2.jpe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3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58.xml"/><Relationship Id="rId7" Type="http://schemas.openxmlformats.org/officeDocument/2006/relationships/slideLayout" Target="../slideLayouts/slideLayout62.xml"/><Relationship Id="rId12" Type="http://schemas.openxmlformats.org/officeDocument/2006/relationships/theme" Target="../theme/theme6.xml"/><Relationship Id="rId2" Type="http://schemas.openxmlformats.org/officeDocument/2006/relationships/slideLayout" Target="../slideLayouts/slideLayout57.xml"/><Relationship Id="rId1" Type="http://schemas.openxmlformats.org/officeDocument/2006/relationships/slideLayout" Target="../slideLayouts/slideLayout56.xml"/><Relationship Id="rId6" Type="http://schemas.openxmlformats.org/officeDocument/2006/relationships/slideLayout" Target="../slideLayouts/slideLayout61.xml"/><Relationship Id="rId11" Type="http://schemas.openxmlformats.org/officeDocument/2006/relationships/slideLayout" Target="../slideLayouts/slideLayout66.xml"/><Relationship Id="rId5" Type="http://schemas.openxmlformats.org/officeDocument/2006/relationships/slideLayout" Target="../slideLayouts/slideLayout60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65.xml"/><Relationship Id="rId4" Type="http://schemas.openxmlformats.org/officeDocument/2006/relationships/slideLayout" Target="../slideLayouts/slideLayout59.xml"/><Relationship Id="rId9" Type="http://schemas.openxmlformats.org/officeDocument/2006/relationships/slideLayout" Target="../slideLayouts/slideLayout64.xml"/><Relationship Id="rId14" Type="http://schemas.openxmlformats.org/officeDocument/2006/relationships/image" Target="../media/image2.jpe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4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69.xml"/><Relationship Id="rId7" Type="http://schemas.openxmlformats.org/officeDocument/2006/relationships/slideLayout" Target="../slideLayouts/slideLayout73.xml"/><Relationship Id="rId12" Type="http://schemas.openxmlformats.org/officeDocument/2006/relationships/theme" Target="../theme/theme7.xml"/><Relationship Id="rId2" Type="http://schemas.openxmlformats.org/officeDocument/2006/relationships/slideLayout" Target="../slideLayouts/slideLayout68.xml"/><Relationship Id="rId1" Type="http://schemas.openxmlformats.org/officeDocument/2006/relationships/slideLayout" Target="../slideLayouts/slideLayout67.xml"/><Relationship Id="rId6" Type="http://schemas.openxmlformats.org/officeDocument/2006/relationships/slideLayout" Target="../slideLayouts/slideLayout72.xml"/><Relationship Id="rId11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1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76.xml"/><Relationship Id="rId4" Type="http://schemas.openxmlformats.org/officeDocument/2006/relationships/slideLayout" Target="../slideLayouts/slideLayout70.xml"/><Relationship Id="rId9" Type="http://schemas.openxmlformats.org/officeDocument/2006/relationships/slideLayout" Target="../slideLayouts/slideLayout75.xml"/><Relationship Id="rId14" Type="http://schemas.openxmlformats.org/officeDocument/2006/relationships/image" Target="../media/image2.jpeg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5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80.xml"/><Relationship Id="rId7" Type="http://schemas.openxmlformats.org/officeDocument/2006/relationships/slideLayout" Target="../slideLayouts/slideLayout84.xml"/><Relationship Id="rId12" Type="http://schemas.openxmlformats.org/officeDocument/2006/relationships/theme" Target="../theme/theme8.xml"/><Relationship Id="rId2" Type="http://schemas.openxmlformats.org/officeDocument/2006/relationships/slideLayout" Target="../slideLayouts/slideLayout79.xml"/><Relationship Id="rId1" Type="http://schemas.openxmlformats.org/officeDocument/2006/relationships/slideLayout" Target="../slideLayouts/slideLayout78.xml"/><Relationship Id="rId6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2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1.xml"/><Relationship Id="rId9" Type="http://schemas.openxmlformats.org/officeDocument/2006/relationships/slideLayout" Target="../slideLayouts/slideLayout86.xml"/><Relationship Id="rId14" Type="http://schemas.openxmlformats.org/officeDocument/2006/relationships/image" Target="../media/image2.jpeg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6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91.xml"/><Relationship Id="rId7" Type="http://schemas.openxmlformats.org/officeDocument/2006/relationships/slideLayout" Target="../slideLayouts/slideLayout95.xml"/><Relationship Id="rId12" Type="http://schemas.openxmlformats.org/officeDocument/2006/relationships/theme" Target="../theme/theme9.xml"/><Relationship Id="rId2" Type="http://schemas.openxmlformats.org/officeDocument/2006/relationships/slideLayout" Target="../slideLayouts/slideLayout90.xml"/><Relationship Id="rId1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4.xml"/><Relationship Id="rId11" Type="http://schemas.openxmlformats.org/officeDocument/2006/relationships/slideLayout" Target="../slideLayouts/slideLayout99.xml"/><Relationship Id="rId5" Type="http://schemas.openxmlformats.org/officeDocument/2006/relationships/slideLayout" Target="../slideLayouts/slideLayout93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7.xml"/><Relationship Id="rId14" Type="http://schemas.openxmlformats.org/officeDocument/2006/relationships/image" Target="../media/image2.jpeg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7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02.xml"/><Relationship Id="rId7" Type="http://schemas.openxmlformats.org/officeDocument/2006/relationships/slideLayout" Target="../slideLayouts/slideLayout106.xml"/><Relationship Id="rId12" Type="http://schemas.openxmlformats.org/officeDocument/2006/relationships/theme" Target="../theme/theme10.xml"/><Relationship Id="rId2" Type="http://schemas.openxmlformats.org/officeDocument/2006/relationships/slideLayout" Target="../slideLayouts/slideLayout101.xml"/><Relationship Id="rId1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10.xml"/><Relationship Id="rId5" Type="http://schemas.openxmlformats.org/officeDocument/2006/relationships/slideLayout" Target="../slideLayouts/slideLayout104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9.xml"/><Relationship Id="rId4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8.xml"/><Relationship Id="rId14" Type="http://schemas.openxmlformats.org/officeDocument/2006/relationships/image" Target="../media/image2.jpeg"/></Relationships>
</file>

<file path=ppt/slideMasters/_rels/slideMaster1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7.xml"/><Relationship Id="rId12" Type="http://schemas.openxmlformats.org/officeDocument/2006/relationships/theme" Target="../theme/theme11.xml"/><Relationship Id="rId2" Type="http://schemas.openxmlformats.org/officeDocument/2006/relationships/slideLayout" Target="../slideLayouts/slideLayout112.xml"/><Relationship Id="rId1" Type="http://schemas.openxmlformats.org/officeDocument/2006/relationships/slideLayout" Target="../slideLayouts/slideLayout111.xml"/><Relationship Id="rId6" Type="http://schemas.openxmlformats.org/officeDocument/2006/relationships/slideLayout" Target="../slideLayouts/slideLayout116.xml"/><Relationship Id="rId11" Type="http://schemas.openxmlformats.org/officeDocument/2006/relationships/slideLayout" Target="../slideLayouts/slideLayout121.xml"/><Relationship Id="rId5" Type="http://schemas.openxmlformats.org/officeDocument/2006/relationships/slideLayout" Target="../slideLayouts/slideLayout11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20.xml"/><Relationship Id="rId4" Type="http://schemas.openxmlformats.org/officeDocument/2006/relationships/slideLayout" Target="../slideLayouts/slideLayout114.xml"/><Relationship Id="rId9" Type="http://schemas.openxmlformats.org/officeDocument/2006/relationships/slideLayout" Target="../slideLayouts/slideLayout119.xml"/><Relationship Id="rId14" Type="http://schemas.openxmlformats.org/officeDocument/2006/relationships/image" Target="../media/image2.jpeg"/></Relationships>
</file>

<file path=ppt/slideMasters/_rels/slideMaster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24.xml"/><Relationship Id="rId7" Type="http://schemas.openxmlformats.org/officeDocument/2006/relationships/slideLayout" Target="../slideLayouts/slideLayout128.xml"/><Relationship Id="rId12" Type="http://schemas.openxmlformats.org/officeDocument/2006/relationships/theme" Target="../theme/theme12.xml"/><Relationship Id="rId2" Type="http://schemas.openxmlformats.org/officeDocument/2006/relationships/slideLayout" Target="../slideLayouts/slideLayout123.xml"/><Relationship Id="rId1" Type="http://schemas.openxmlformats.org/officeDocument/2006/relationships/slideLayout" Target="../slideLayouts/slideLayout122.xml"/><Relationship Id="rId6" Type="http://schemas.openxmlformats.org/officeDocument/2006/relationships/slideLayout" Target="../slideLayouts/slideLayout127.xml"/><Relationship Id="rId11" Type="http://schemas.openxmlformats.org/officeDocument/2006/relationships/slideLayout" Target="../slideLayouts/slideLayout132.xml"/><Relationship Id="rId5" Type="http://schemas.openxmlformats.org/officeDocument/2006/relationships/slideLayout" Target="../slideLayouts/slideLayout126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31.xml"/><Relationship Id="rId4" Type="http://schemas.openxmlformats.org/officeDocument/2006/relationships/slideLayout" Target="../slideLayouts/slideLayout125.xml"/><Relationship Id="rId9" Type="http://schemas.openxmlformats.org/officeDocument/2006/relationships/slideLayout" Target="../slideLayouts/slideLayout130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/>
          <p:cNvSpPr>
            <a:spLocks noGrp="1" noChangeArrowheads="1"/>
          </p:cNvSpPr>
          <p:nvPr>
            <p:ph type="ftr"/>
          </p:nvPr>
        </p:nvSpPr>
        <p:spPr bwMode="auto">
          <a:xfrm>
            <a:off x="2438400" y="6264275"/>
            <a:ext cx="3581400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eaLnBrk="1" hangingPunct="1">
              <a:buClrTx/>
              <a:buSzPct val="100000"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400">
                <a:solidFill>
                  <a:srgbClr val="000000"/>
                </a:solidFill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grpSp>
        <p:nvGrpSpPr>
          <p:cNvPr id="1027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2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1033" name="Picture 4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028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1029" name="Picture 6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7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2" name="Rectangle 8"/>
          <p:cNvSpPr>
            <a:spLocks noGrp="1" noChangeArrowheads="1"/>
          </p:cNvSpPr>
          <p:nvPr>
            <p:ph type="sldNum"/>
          </p:nvPr>
        </p:nvSpPr>
        <p:spPr bwMode="auto">
          <a:xfrm>
            <a:off x="6543675" y="6248400"/>
            <a:ext cx="1379538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eaLnBrk="1" hangingPunct="1">
              <a:buClrTx/>
              <a:buSzPct val="100000"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fld id="{DA4145C1-0604-134A-9BB4-F4D7038D507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069" r:id="rId1"/>
    <p:sldLayoutId id="2147486070" r:id="rId2"/>
    <p:sldLayoutId id="2147486071" r:id="rId3"/>
    <p:sldLayoutId id="2147486072" r:id="rId4"/>
    <p:sldLayoutId id="2147486073" r:id="rId5"/>
    <p:sldLayoutId id="2147486074" r:id="rId6"/>
    <p:sldLayoutId id="2147486075" r:id="rId7"/>
    <p:sldLayoutId id="2147486076" r:id="rId8"/>
    <p:sldLayoutId id="2147486077" r:id="rId9"/>
    <p:sldLayoutId id="2147486078" r:id="rId10"/>
    <p:sldLayoutId id="214748607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14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13327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13328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3315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13316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317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318" name="Rectangle 7"/>
          <p:cNvSpPr>
            <a:spLocks noChangeArrowheads="1"/>
          </p:cNvSpPr>
          <p:nvPr/>
        </p:nvSpPr>
        <p:spPr bwMode="auto">
          <a:xfrm>
            <a:off x="0" y="0"/>
            <a:ext cx="9144000" cy="6858000"/>
          </a:xfrm>
          <a:prstGeom prst="rect">
            <a:avLst/>
          </a:prstGeom>
          <a:solidFill>
            <a:srgbClr val="3B185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sp>
        <p:nvSpPr>
          <p:cNvPr id="13319" name="Rectangle 8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sp>
        <p:nvSpPr>
          <p:cNvPr id="13320" name="Rectangle 9"/>
          <p:cNvSpPr>
            <a:spLocks noChangeArrowheads="1"/>
          </p:cNvSpPr>
          <p:nvPr/>
        </p:nvSpPr>
        <p:spPr bwMode="auto">
          <a:xfrm>
            <a:off x="447675" y="152400"/>
            <a:ext cx="3314700" cy="215900"/>
          </a:xfrm>
          <a:prstGeom prst="rect">
            <a:avLst/>
          </a:prstGeom>
          <a:solidFill>
            <a:srgbClr val="3B185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13321" name="Picture 10"/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322" name="Freeform 11"/>
          <p:cNvSpPr>
            <a:spLocks noChangeArrowheads="1"/>
          </p:cNvSpPr>
          <p:nvPr/>
        </p:nvSpPr>
        <p:spPr bwMode="auto">
          <a:xfrm flipV="1">
            <a:off x="8167688" y="6346825"/>
            <a:ext cx="585787" cy="396875"/>
          </a:xfrm>
          <a:custGeom>
            <a:avLst/>
            <a:gdLst>
              <a:gd name="T0" fmla="*/ 0 w 585787"/>
              <a:gd name="T1" fmla="*/ 396875 h 396875"/>
              <a:gd name="T2" fmla="*/ 99219 w 585787"/>
              <a:gd name="T3" fmla="*/ 0 h 396875"/>
              <a:gd name="T4" fmla="*/ 486568 w 585787"/>
              <a:gd name="T5" fmla="*/ 0 h 396875"/>
              <a:gd name="T6" fmla="*/ 585787 w 585787"/>
              <a:gd name="T7" fmla="*/ 396875 h 396875"/>
              <a:gd name="T8" fmla="*/ 0 w 585787"/>
              <a:gd name="T9" fmla="*/ 396875 h 39687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85787" h="396875">
                <a:moveTo>
                  <a:pt x="0" y="396875"/>
                </a:moveTo>
                <a:lnTo>
                  <a:pt x="99219" y="0"/>
                </a:lnTo>
                <a:lnTo>
                  <a:pt x="486568" y="0"/>
                </a:lnTo>
                <a:lnTo>
                  <a:pt x="585787" y="396875"/>
                </a:lnTo>
                <a:lnTo>
                  <a:pt x="0" y="396875"/>
                </a:lnTo>
                <a:close/>
              </a:path>
            </a:pathLst>
          </a:custGeom>
          <a:solidFill>
            <a:srgbClr val="3B185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pic>
        <p:nvPicPr>
          <p:cNvPr id="13323" name="Picture 12"/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9275" y="6348413"/>
            <a:ext cx="5937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324" name="Text Box 13"/>
          <p:cNvSpPr txBox="1">
            <a:spLocks noChangeArrowheads="1"/>
          </p:cNvSpPr>
          <p:nvPr/>
        </p:nvSpPr>
        <p:spPr bwMode="auto">
          <a:xfrm>
            <a:off x="447675" y="5943600"/>
            <a:ext cx="2133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sp>
        <p:nvSpPr>
          <p:cNvPr id="2062" name="Rectangle 14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5943600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FFFFFF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2063" name="Rectangle 15"/>
          <p:cNvSpPr>
            <a:spLocks noGrp="1" noChangeArrowheads="1"/>
          </p:cNvSpPr>
          <p:nvPr>
            <p:ph type="sldNum"/>
          </p:nvPr>
        </p:nvSpPr>
        <p:spPr bwMode="auto">
          <a:xfrm>
            <a:off x="6543675" y="5943600"/>
            <a:ext cx="2132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</a:tabLst>
              <a:defRPr sz="1800">
                <a:solidFill>
                  <a:srgbClr val="FFFFFF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ED15FDF9-6607-0942-BC8F-47D38CB74FBC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948" r:id="rId1"/>
    <p:sldLayoutId id="2147485949" r:id="rId2"/>
    <p:sldLayoutId id="2147485950" r:id="rId3"/>
    <p:sldLayoutId id="2147485951" r:id="rId4"/>
    <p:sldLayoutId id="2147485952" r:id="rId5"/>
    <p:sldLayoutId id="2147485953" r:id="rId6"/>
    <p:sldLayoutId id="2147485954" r:id="rId7"/>
    <p:sldLayoutId id="2147485955" r:id="rId8"/>
    <p:sldLayoutId id="2147485956" r:id="rId9"/>
    <p:sldLayoutId id="2147485957" r:id="rId10"/>
    <p:sldLayoutId id="2147485958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602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25613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25614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25604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5605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606" name="Rectangle 7"/>
          <p:cNvSpPr>
            <a:spLocks noChangeArrowheads="1"/>
          </p:cNvSpPr>
          <p:nvPr/>
        </p:nvSpPr>
        <p:spPr bwMode="auto">
          <a:xfrm>
            <a:off x="447675" y="152400"/>
            <a:ext cx="3314700" cy="2159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25607" name="Picture 8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5608" name="Group 9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25611" name="Freeform 10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25612" name="Picture 11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3084" name="Rectangle 12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6264275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898989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085" name="Rectangle 13"/>
          <p:cNvSpPr>
            <a:spLocks noGrp="1" noChangeArrowheads="1"/>
          </p:cNvSpPr>
          <p:nvPr>
            <p:ph type="sldNum"/>
          </p:nvPr>
        </p:nvSpPr>
        <p:spPr bwMode="auto">
          <a:xfrm>
            <a:off x="6543675" y="6248400"/>
            <a:ext cx="1379538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</a:tabLst>
              <a:defRPr sz="18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96BAF836-378F-D144-98ED-847D273FD8F4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959" r:id="rId1"/>
    <p:sldLayoutId id="2147485960" r:id="rId2"/>
    <p:sldLayoutId id="2147485961" r:id="rId3"/>
    <p:sldLayoutId id="2147485962" r:id="rId4"/>
    <p:sldLayoutId id="2147485963" r:id="rId5"/>
    <p:sldLayoutId id="2147485964" r:id="rId6"/>
    <p:sldLayoutId id="2147485965" r:id="rId7"/>
    <p:sldLayoutId id="2147485966" r:id="rId8"/>
    <p:sldLayoutId id="2147485967" r:id="rId9"/>
    <p:sldLayoutId id="2147485968" r:id="rId10"/>
    <p:sldLayoutId id="214748596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890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37896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37897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37891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37892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7893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3" name="Rectangle 7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6264275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898989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104" name="Rectangle 8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264275"/>
            <a:ext cx="15986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</a:tabLst>
              <a:defRPr sz="18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D277B2AC-9A44-594A-8CB3-7E816839597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970" r:id="rId1"/>
    <p:sldLayoutId id="2147485971" r:id="rId2"/>
    <p:sldLayoutId id="2147485972" r:id="rId3"/>
    <p:sldLayoutId id="2147485973" r:id="rId4"/>
    <p:sldLayoutId id="2147485974" r:id="rId5"/>
    <p:sldLayoutId id="2147485975" r:id="rId6"/>
    <p:sldLayoutId id="2147485976" r:id="rId7"/>
    <p:sldLayoutId id="2147485977" r:id="rId8"/>
    <p:sldLayoutId id="2147485978" r:id="rId9"/>
    <p:sldLayoutId id="2147485979" r:id="rId10"/>
    <p:sldLayoutId id="2147485980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178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50184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50185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50179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50180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0181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7" name="Rectangle 7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6264275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898989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128" name="Rectangle 8"/>
          <p:cNvSpPr>
            <a:spLocks noGrp="1" noChangeArrowheads="1"/>
          </p:cNvSpPr>
          <p:nvPr>
            <p:ph type="sldNum"/>
          </p:nvPr>
        </p:nvSpPr>
        <p:spPr bwMode="auto">
          <a:xfrm>
            <a:off x="6096000" y="6264275"/>
            <a:ext cx="2132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</a:tabLst>
              <a:defRPr sz="18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5E26635C-F663-5042-8C19-C41BFD23EBB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981" r:id="rId1"/>
    <p:sldLayoutId id="2147485982" r:id="rId2"/>
    <p:sldLayoutId id="2147485983" r:id="rId3"/>
    <p:sldLayoutId id="2147485984" r:id="rId4"/>
    <p:sldLayoutId id="2147485985" r:id="rId5"/>
    <p:sldLayoutId id="2147485986" r:id="rId6"/>
    <p:sldLayoutId id="2147485987" r:id="rId7"/>
    <p:sldLayoutId id="2147485988" r:id="rId8"/>
    <p:sldLayoutId id="2147485989" r:id="rId9"/>
    <p:sldLayoutId id="2147485990" r:id="rId10"/>
    <p:sldLayoutId id="2147485991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466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62472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62473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62467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62468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2469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51" name="Rectangle 7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6264275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898989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152" name="Rectangle 8"/>
          <p:cNvSpPr>
            <a:spLocks noGrp="1" noChangeArrowheads="1"/>
          </p:cNvSpPr>
          <p:nvPr>
            <p:ph type="sldNum"/>
          </p:nvPr>
        </p:nvSpPr>
        <p:spPr bwMode="auto">
          <a:xfrm>
            <a:off x="6172200" y="6264275"/>
            <a:ext cx="19034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</a:tabLst>
              <a:defRPr sz="18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73F877E8-06BA-7041-AAFB-8F91D334AC98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992" r:id="rId1"/>
    <p:sldLayoutId id="2147485993" r:id="rId2"/>
    <p:sldLayoutId id="2147485994" r:id="rId3"/>
    <p:sldLayoutId id="2147485995" r:id="rId4"/>
    <p:sldLayoutId id="2147485996" r:id="rId5"/>
    <p:sldLayoutId id="2147485997" r:id="rId6"/>
    <p:sldLayoutId id="2147485998" r:id="rId7"/>
    <p:sldLayoutId id="2147485999" r:id="rId8"/>
    <p:sldLayoutId id="2147486000" r:id="rId9"/>
    <p:sldLayoutId id="2147486001" r:id="rId10"/>
    <p:sldLayoutId id="2147486002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754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74760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74761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74755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74756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757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175" name="Rectangle 7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6264275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898989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7176" name="Rectangle 8"/>
          <p:cNvSpPr>
            <a:spLocks noGrp="1" noChangeArrowheads="1"/>
          </p:cNvSpPr>
          <p:nvPr>
            <p:ph type="sldNum"/>
          </p:nvPr>
        </p:nvSpPr>
        <p:spPr bwMode="auto">
          <a:xfrm>
            <a:off x="6324600" y="6324600"/>
            <a:ext cx="1751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</a:tabLst>
              <a:defRPr sz="18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E477D39D-6EFB-C44C-83FA-25D375026BD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003" r:id="rId1"/>
    <p:sldLayoutId id="2147486004" r:id="rId2"/>
    <p:sldLayoutId id="2147486005" r:id="rId3"/>
    <p:sldLayoutId id="2147486006" r:id="rId4"/>
    <p:sldLayoutId id="2147486007" r:id="rId5"/>
    <p:sldLayoutId id="2147486008" r:id="rId6"/>
    <p:sldLayoutId id="2147486009" r:id="rId7"/>
    <p:sldLayoutId id="2147486010" r:id="rId8"/>
    <p:sldLayoutId id="2147486011" r:id="rId9"/>
    <p:sldLayoutId id="2147486012" r:id="rId10"/>
    <p:sldLayoutId id="2147486013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042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87048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87049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87043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87044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7045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9" name="Rectangle 7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6264275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898989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200" name="Rectangle 8"/>
          <p:cNvSpPr>
            <a:spLocks noGrp="1" noChangeArrowheads="1"/>
          </p:cNvSpPr>
          <p:nvPr>
            <p:ph type="sldNum"/>
          </p:nvPr>
        </p:nvSpPr>
        <p:spPr bwMode="auto">
          <a:xfrm>
            <a:off x="6400800" y="6324600"/>
            <a:ext cx="1608138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</a:tabLst>
              <a:defRPr sz="18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C5AAD225-35CF-CD46-96CC-7047478E8A68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014" r:id="rId1"/>
    <p:sldLayoutId id="2147486015" r:id="rId2"/>
    <p:sldLayoutId id="2147486016" r:id="rId3"/>
    <p:sldLayoutId id="2147486017" r:id="rId4"/>
    <p:sldLayoutId id="2147486018" r:id="rId5"/>
    <p:sldLayoutId id="2147486019" r:id="rId6"/>
    <p:sldLayoutId id="2147486020" r:id="rId7"/>
    <p:sldLayoutId id="2147486021" r:id="rId8"/>
    <p:sldLayoutId id="2147486022" r:id="rId9"/>
    <p:sldLayoutId id="2147486023" r:id="rId10"/>
    <p:sldLayoutId id="2147486024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330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99337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99338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99331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99332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9333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9334" name="Text Box 7"/>
          <p:cNvSpPr txBox="1">
            <a:spLocks noChangeArrowheads="1"/>
          </p:cNvSpPr>
          <p:nvPr/>
        </p:nvSpPr>
        <p:spPr bwMode="auto">
          <a:xfrm>
            <a:off x="447675" y="6096000"/>
            <a:ext cx="2133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sp>
        <p:nvSpPr>
          <p:cNvPr id="9224" name="Rectangle 8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6264275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898989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9225" name="Rectangle 9"/>
          <p:cNvSpPr>
            <a:spLocks noGrp="1" noChangeArrowheads="1"/>
          </p:cNvSpPr>
          <p:nvPr>
            <p:ph type="sldNum"/>
          </p:nvPr>
        </p:nvSpPr>
        <p:spPr bwMode="auto">
          <a:xfrm>
            <a:off x="6543675" y="6096000"/>
            <a:ext cx="2132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</a:tabLst>
              <a:defRPr sz="18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613FCDA2-7309-E84D-9770-2449B68651D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025" r:id="rId1"/>
    <p:sldLayoutId id="2147486026" r:id="rId2"/>
    <p:sldLayoutId id="2147486027" r:id="rId3"/>
    <p:sldLayoutId id="2147486028" r:id="rId4"/>
    <p:sldLayoutId id="2147486029" r:id="rId5"/>
    <p:sldLayoutId id="2147486030" r:id="rId6"/>
    <p:sldLayoutId id="2147486031" r:id="rId7"/>
    <p:sldLayoutId id="2147486032" r:id="rId8"/>
    <p:sldLayoutId id="2147486033" r:id="rId9"/>
    <p:sldLayoutId id="2147486034" r:id="rId10"/>
    <p:sldLayoutId id="2147486035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1618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111625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111626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11619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111620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1621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1622" name="Text Box 7"/>
          <p:cNvSpPr txBox="1">
            <a:spLocks noChangeArrowheads="1"/>
          </p:cNvSpPr>
          <p:nvPr/>
        </p:nvSpPr>
        <p:spPr bwMode="auto">
          <a:xfrm>
            <a:off x="447675" y="6096000"/>
            <a:ext cx="2133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sp>
        <p:nvSpPr>
          <p:cNvPr id="10248" name="Rectangle 8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6264275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898989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0249" name="Rectangle 9"/>
          <p:cNvSpPr>
            <a:spLocks noGrp="1" noChangeArrowheads="1"/>
          </p:cNvSpPr>
          <p:nvPr>
            <p:ph type="sldNum"/>
          </p:nvPr>
        </p:nvSpPr>
        <p:spPr bwMode="auto">
          <a:xfrm>
            <a:off x="6543675" y="6096000"/>
            <a:ext cx="2132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</a:tabLst>
              <a:defRPr sz="18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2D63D295-2CF9-DB42-BDA7-DCD4F3DC5EB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036" r:id="rId1"/>
    <p:sldLayoutId id="2147486037" r:id="rId2"/>
    <p:sldLayoutId id="2147486038" r:id="rId3"/>
    <p:sldLayoutId id="2147486039" r:id="rId4"/>
    <p:sldLayoutId id="2147486040" r:id="rId5"/>
    <p:sldLayoutId id="2147486041" r:id="rId6"/>
    <p:sldLayoutId id="2147486042" r:id="rId7"/>
    <p:sldLayoutId id="2147486043" r:id="rId8"/>
    <p:sldLayoutId id="2147486044" r:id="rId9"/>
    <p:sldLayoutId id="2147486045" r:id="rId10"/>
    <p:sldLayoutId id="2147486046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906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123913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123914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23907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123908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3909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3910" name="Text Box 7"/>
          <p:cNvSpPr txBox="1">
            <a:spLocks noChangeArrowheads="1"/>
          </p:cNvSpPr>
          <p:nvPr/>
        </p:nvSpPr>
        <p:spPr bwMode="auto">
          <a:xfrm>
            <a:off x="447675" y="6096000"/>
            <a:ext cx="2133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sp>
        <p:nvSpPr>
          <p:cNvPr id="11272" name="Rectangle 8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6264275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898989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1273" name="Rectangle 9"/>
          <p:cNvSpPr>
            <a:spLocks noGrp="1" noChangeArrowheads="1"/>
          </p:cNvSpPr>
          <p:nvPr>
            <p:ph type="sldNum"/>
          </p:nvPr>
        </p:nvSpPr>
        <p:spPr bwMode="auto">
          <a:xfrm>
            <a:off x="6543675" y="6096000"/>
            <a:ext cx="2132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</a:tabLst>
              <a:defRPr sz="18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7FD81A57-06EB-9F45-B989-B8F642AE5D9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047" r:id="rId1"/>
    <p:sldLayoutId id="2147486048" r:id="rId2"/>
    <p:sldLayoutId id="2147486049" r:id="rId3"/>
    <p:sldLayoutId id="2147486050" r:id="rId4"/>
    <p:sldLayoutId id="2147486051" r:id="rId5"/>
    <p:sldLayoutId id="2147486052" r:id="rId6"/>
    <p:sldLayoutId id="2147486053" r:id="rId7"/>
    <p:sldLayoutId id="2147486054" r:id="rId8"/>
    <p:sldLayoutId id="2147486055" r:id="rId9"/>
    <p:sldLayoutId id="2147486056" r:id="rId10"/>
    <p:sldLayoutId id="2147486057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194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136201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136202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36195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136196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6197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6198" name="Text Box 7"/>
          <p:cNvSpPr txBox="1">
            <a:spLocks noChangeArrowheads="1"/>
          </p:cNvSpPr>
          <p:nvPr/>
        </p:nvSpPr>
        <p:spPr bwMode="auto">
          <a:xfrm>
            <a:off x="447675" y="6096000"/>
            <a:ext cx="2133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sp>
        <p:nvSpPr>
          <p:cNvPr id="12296" name="Rectangle 8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6264275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898989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2297" name="Rectangle 9"/>
          <p:cNvSpPr>
            <a:spLocks noGrp="1" noChangeArrowheads="1"/>
          </p:cNvSpPr>
          <p:nvPr>
            <p:ph type="sldNum"/>
          </p:nvPr>
        </p:nvSpPr>
        <p:spPr bwMode="auto">
          <a:xfrm>
            <a:off x="6543675" y="6096000"/>
            <a:ext cx="2132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</a:tabLst>
              <a:defRPr sz="18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6BC26BDB-BEA8-924B-B103-D652F1F8B464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058" r:id="rId1"/>
    <p:sldLayoutId id="2147486059" r:id="rId2"/>
    <p:sldLayoutId id="2147486060" r:id="rId3"/>
    <p:sldLayoutId id="2147486061" r:id="rId4"/>
    <p:sldLayoutId id="2147486062" r:id="rId5"/>
    <p:sldLayoutId id="2147486063" r:id="rId6"/>
    <p:sldLayoutId id="2147486064" r:id="rId7"/>
    <p:sldLayoutId id="2147486065" r:id="rId8"/>
    <p:sldLayoutId id="2147486066" r:id="rId9"/>
    <p:sldLayoutId id="2147486067" r:id="rId10"/>
    <p:sldLayoutId id="2147486068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science.washington.edu/" TargetMode="External"/><Relationship Id="rId2" Type="http://schemas.openxmlformats.org/officeDocument/2006/relationships/hyperlink" Target="https://escience.washington.edu/software-engineering/ssec/18784-2/" TargetMode="External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://uwseds.github.io/syllabus.html" TargetMode="Externa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3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uwdirect.github.io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29" name="Text Box 1"/>
          <p:cNvSpPr txBox="1">
            <a:spLocks noChangeArrowheads="1"/>
          </p:cNvSpPr>
          <p:nvPr/>
        </p:nvSpPr>
        <p:spPr bwMode="auto">
          <a:xfrm>
            <a:off x="685800" y="990600"/>
            <a:ext cx="8077200" cy="147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>
              <a:buSzPct val="100000"/>
            </a:pPr>
            <a:r>
              <a:rPr lang="en-US" altLang="x-none" sz="3600" b="1" dirty="0">
                <a:solidFill>
                  <a:srgbClr val="FFFFFF"/>
                </a:solidFill>
                <a:latin typeface="Calibri" charset="0"/>
              </a:rPr>
              <a:t>Software Engineering for Molecular Data Scientists</a:t>
            </a:r>
            <a:br>
              <a:rPr lang="en-US" altLang="x-none" sz="3600" b="1" dirty="0">
                <a:solidFill>
                  <a:srgbClr val="FFFFFF"/>
                </a:solidFill>
                <a:latin typeface="Calibri" charset="0"/>
              </a:rPr>
            </a:br>
            <a:r>
              <a:rPr lang="en-US" altLang="x-none" sz="3600" i="1" dirty="0">
                <a:solidFill>
                  <a:srgbClr val="FFFFFF"/>
                </a:solidFill>
                <a:latin typeface="Calibri" charset="0"/>
              </a:rPr>
              <a:t>Course Introduction &amp; validating software</a:t>
            </a:r>
          </a:p>
        </p:txBody>
      </p:sp>
      <p:sp>
        <p:nvSpPr>
          <p:cNvPr id="150530" name="Text Box 2"/>
          <p:cNvSpPr txBox="1">
            <a:spLocks noChangeArrowheads="1"/>
          </p:cNvSpPr>
          <p:nvPr/>
        </p:nvSpPr>
        <p:spPr bwMode="auto">
          <a:xfrm>
            <a:off x="304800" y="2743200"/>
            <a:ext cx="8534400" cy="251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>
              <a:spcBef>
                <a:spcPts val="800"/>
              </a:spcBef>
              <a:buSzPct val="100000"/>
            </a:pPr>
            <a:r>
              <a:rPr lang="en-US" altLang="x-none" sz="2800" dirty="0">
                <a:solidFill>
                  <a:srgbClr val="FFFFFF"/>
                </a:solidFill>
                <a:latin typeface="Calibri" charset="0"/>
              </a:rPr>
              <a:t>David Beck</a:t>
            </a:r>
            <a:r>
              <a:rPr lang="en-US" altLang="x-none" sz="2800" baseline="30000" dirty="0">
                <a:solidFill>
                  <a:srgbClr val="FFFFFF"/>
                </a:solidFill>
                <a:latin typeface="Calibri" charset="0"/>
              </a:rPr>
              <a:t>1,2,3</a:t>
            </a:r>
            <a:endParaRPr lang="en-US" altLang="x-none" sz="2800" baseline="30000" dirty="0">
              <a:latin typeface="Calibri" charset="0"/>
            </a:endParaRPr>
          </a:p>
          <a:p>
            <a:pPr algn="ctr" eaLnBrk="1" hangingPunct="1">
              <a:spcBef>
                <a:spcPts val="800"/>
              </a:spcBef>
              <a:buSzPct val="100000"/>
            </a:pPr>
            <a:r>
              <a:rPr lang="en-US" altLang="x-none" sz="2800" dirty="0">
                <a:solidFill>
                  <a:srgbClr val="FFFFFF"/>
                </a:solidFill>
                <a:latin typeface="Calibri" charset="0"/>
              </a:rPr>
              <a:t>Stanley Cho</a:t>
            </a:r>
            <a:r>
              <a:rPr lang="en-US" altLang="x-none" sz="2800" baseline="30000" dirty="0">
                <a:solidFill>
                  <a:srgbClr val="FFFFFF"/>
                </a:solidFill>
                <a:latin typeface="Calibri" charset="0"/>
              </a:rPr>
              <a:t>2</a:t>
            </a:r>
          </a:p>
          <a:p>
            <a:pPr algn="ctr" eaLnBrk="1" hangingPunct="1">
              <a:spcBef>
                <a:spcPts val="800"/>
              </a:spcBef>
              <a:buSzPct val="100000"/>
            </a:pPr>
            <a:r>
              <a:rPr lang="en-US" altLang="x-none" sz="2000" baseline="30000" dirty="0">
                <a:solidFill>
                  <a:srgbClr val="FFFFFF"/>
                </a:solidFill>
                <a:latin typeface="Calibri" charset="0"/>
              </a:rPr>
              <a:t>1</a:t>
            </a:r>
            <a:r>
              <a:rPr lang="en-US" altLang="x-none" sz="2000" dirty="0">
                <a:solidFill>
                  <a:srgbClr val="FFFFFF"/>
                </a:solidFill>
                <a:latin typeface="Calibri" charset="0"/>
              </a:rPr>
              <a:t>eScience Institute</a:t>
            </a:r>
          </a:p>
          <a:p>
            <a:pPr algn="ctr" eaLnBrk="1" hangingPunct="1">
              <a:spcBef>
                <a:spcPts val="800"/>
              </a:spcBef>
              <a:buSzPct val="100000"/>
            </a:pPr>
            <a:r>
              <a:rPr lang="en-US" altLang="x-none" sz="2000" baseline="30000" dirty="0">
                <a:solidFill>
                  <a:srgbClr val="FFFFFF"/>
                </a:solidFill>
                <a:latin typeface="Calibri" charset="0"/>
              </a:rPr>
              <a:t>2</a:t>
            </a:r>
            <a:r>
              <a:rPr lang="en-US" altLang="x-none" sz="2000" dirty="0">
                <a:solidFill>
                  <a:srgbClr val="FFFFFF"/>
                </a:solidFill>
                <a:latin typeface="Calibri" charset="0"/>
              </a:rPr>
              <a:t>Chemical Engineering</a:t>
            </a:r>
          </a:p>
          <a:p>
            <a:pPr algn="ctr" eaLnBrk="1" hangingPunct="1">
              <a:spcBef>
                <a:spcPts val="800"/>
              </a:spcBef>
              <a:buSzPct val="100000"/>
            </a:pPr>
            <a:r>
              <a:rPr lang="en-US" altLang="x-none" sz="2000" baseline="30000" dirty="0">
                <a:solidFill>
                  <a:srgbClr val="FFFFFF"/>
                </a:solidFill>
                <a:latin typeface="Calibri" charset="0"/>
              </a:rPr>
              <a:t>3</a:t>
            </a:r>
            <a:r>
              <a:rPr lang="en-US" altLang="x-none" sz="2000" dirty="0">
                <a:solidFill>
                  <a:srgbClr val="FFFFFF"/>
                </a:solidFill>
                <a:latin typeface="Calibri" charset="0"/>
              </a:rPr>
              <a:t>Computer Science</a:t>
            </a:r>
          </a:p>
          <a:p>
            <a:pPr algn="ctr" eaLnBrk="1" hangingPunct="1">
              <a:spcBef>
                <a:spcPts val="800"/>
              </a:spcBef>
              <a:buSzPct val="100000"/>
            </a:pPr>
            <a:endParaRPr lang="en-US" altLang="x-none" dirty="0">
              <a:solidFill>
                <a:srgbClr val="FFFFFF"/>
              </a:solidFill>
              <a:latin typeface="Calibri" charset="0"/>
            </a:endParaRPr>
          </a:p>
          <a:p>
            <a:pPr algn="ctr" eaLnBrk="1" hangingPunct="1">
              <a:spcBef>
                <a:spcPts val="800"/>
              </a:spcBef>
              <a:buSzPct val="100000"/>
            </a:pPr>
            <a:r>
              <a:rPr lang="en-US" altLang="x-none" dirty="0">
                <a:solidFill>
                  <a:srgbClr val="FFFFFF"/>
                </a:solidFill>
                <a:latin typeface="Calibri" charset="0"/>
              </a:rPr>
              <a:t>University of Washington</a:t>
            </a:r>
          </a:p>
          <a:p>
            <a:pPr algn="ctr" eaLnBrk="1" hangingPunct="1">
              <a:spcBef>
                <a:spcPts val="800"/>
              </a:spcBef>
              <a:buSzPct val="100000"/>
            </a:pPr>
            <a:r>
              <a:rPr lang="en-US" altLang="x-none" sz="2800" dirty="0">
                <a:solidFill>
                  <a:srgbClr val="FFFFFF"/>
                </a:solidFill>
                <a:latin typeface="Calibri" charset="0"/>
              </a:rPr>
              <a:t>January 6, 2025</a:t>
            </a:r>
          </a:p>
        </p:txBody>
      </p:sp>
      <p:pic>
        <p:nvPicPr>
          <p:cNvPr id="15053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" y="5486400"/>
            <a:ext cx="1447800" cy="1185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0532" name="Text Box 4"/>
          <p:cNvSpPr txBox="1">
            <a:spLocks noChangeArrowheads="1"/>
          </p:cNvSpPr>
          <p:nvPr/>
        </p:nvSpPr>
        <p:spPr bwMode="auto">
          <a:xfrm>
            <a:off x="6324600" y="285750"/>
            <a:ext cx="2600325" cy="712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>
              <a:buSzPct val="100000"/>
            </a:pPr>
            <a:r>
              <a:rPr lang="en-US" altLang="x-none" sz="3600" b="1" dirty="0">
                <a:solidFill>
                  <a:srgbClr val="FFFFFF"/>
                </a:solidFill>
                <a:latin typeface="Calibri" charset="0"/>
              </a:rPr>
              <a:t>CHEME 546</a:t>
            </a:r>
          </a:p>
          <a:p>
            <a:pPr algn="ctr" eaLnBrk="1" hangingPunct="1">
              <a:buSzPct val="100000"/>
            </a:pPr>
            <a:endParaRPr lang="en-US" altLang="x-none" sz="3600" b="1" dirty="0">
              <a:solidFill>
                <a:srgbClr val="FFFFFF"/>
              </a:solidFill>
              <a:latin typeface="Calibri" charset="0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7" name="Text Box 1"/>
          <p:cNvSpPr txBox="1">
            <a:spLocks noChangeArrowheads="1"/>
          </p:cNvSpPr>
          <p:nvPr/>
        </p:nvSpPr>
        <p:spPr bwMode="auto">
          <a:xfrm>
            <a:off x="457200" y="381000"/>
            <a:ext cx="82296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>
              <a:buSzPct val="100000"/>
            </a:pPr>
            <a:r>
              <a:rPr lang="en-US" altLang="x-none" sz="3600">
                <a:solidFill>
                  <a:srgbClr val="000000"/>
                </a:solidFill>
                <a:latin typeface="Calibri" charset="0"/>
              </a:rPr>
              <a:t>What's the class about? Who are we?</a:t>
            </a:r>
          </a:p>
        </p:txBody>
      </p:sp>
      <p:sp>
        <p:nvSpPr>
          <p:cNvPr id="17410" name="Text Box 2"/>
          <p:cNvSpPr txBox="1">
            <a:spLocks noChangeArrowheads="1"/>
          </p:cNvSpPr>
          <p:nvPr/>
        </p:nvSpPr>
        <p:spPr bwMode="auto">
          <a:xfrm>
            <a:off x="457200" y="1447800"/>
            <a:ext cx="8229600" cy="432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 marL="341313" indent="-341313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 marL="741363" indent="-284163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</a:pPr>
            <a:r>
              <a:rPr lang="en-US" altLang="x-none" sz="3200" dirty="0">
                <a:solidFill>
                  <a:srgbClr val="000000"/>
                </a:solidFill>
                <a:latin typeface="Calibri" charset="0"/>
              </a:rPr>
              <a:t>Instructor introductions</a:t>
            </a:r>
          </a:p>
          <a:p>
            <a:pPr eaLnBrk="1" hangingPunct="1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</a:pPr>
            <a:r>
              <a:rPr lang="en-US" altLang="x-none" sz="3200" dirty="0">
                <a:solidFill>
                  <a:srgbClr val="000000"/>
                </a:solidFill>
                <a:latin typeface="Calibri" charset="0"/>
              </a:rPr>
              <a:t>Objectives</a:t>
            </a:r>
          </a:p>
          <a:p>
            <a:pPr lvl="1" eaLnBrk="1" hangingPunct="1">
              <a:spcBef>
                <a:spcPts val="700"/>
              </a:spcBef>
              <a:buClr>
                <a:srgbClr val="000000"/>
              </a:buClr>
              <a:buSzPct val="100000"/>
              <a:buFont typeface="Arial" charset="0"/>
              <a:buChar char="–"/>
            </a:pPr>
            <a:r>
              <a:rPr lang="en-US" altLang="x-none" sz="2800" dirty="0">
                <a:solidFill>
                  <a:srgbClr val="000000"/>
                </a:solidFill>
                <a:latin typeface="Calibri" charset="0"/>
              </a:rPr>
              <a:t>Teach how to create and collaborate on data- and computation-intensive research projects</a:t>
            </a:r>
          </a:p>
          <a:p>
            <a:pPr lvl="1" eaLnBrk="1" hangingPunct="1">
              <a:spcBef>
                <a:spcPts val="700"/>
              </a:spcBef>
              <a:buClr>
                <a:srgbClr val="000000"/>
              </a:buClr>
              <a:buSzPct val="100000"/>
              <a:buFont typeface="Arial" charset="0"/>
              <a:buChar char="–"/>
            </a:pPr>
            <a:r>
              <a:rPr lang="en-US" altLang="x-none" sz="2800" dirty="0">
                <a:solidFill>
                  <a:srgbClr val="000000"/>
                </a:solidFill>
                <a:latin typeface="Calibri" charset="0"/>
              </a:rPr>
              <a:t>Provide practical software engineering skills for data analysis in research &amp; industry</a:t>
            </a:r>
          </a:p>
          <a:p>
            <a:pPr lvl="1" eaLnBrk="1" hangingPunct="1">
              <a:spcBef>
                <a:spcPts val="700"/>
              </a:spcBef>
              <a:buClr>
                <a:srgbClr val="000000"/>
              </a:buClr>
              <a:buSzPct val="100000"/>
              <a:buFont typeface="Arial" charset="0"/>
              <a:buChar char="–"/>
            </a:pPr>
            <a:r>
              <a:rPr lang="en-US" altLang="x-none" sz="2800" dirty="0">
                <a:solidFill>
                  <a:srgbClr val="000000"/>
                </a:solidFill>
                <a:latin typeface="Calibri" charset="0"/>
              </a:rPr>
              <a:t>Elevate coding in academia to the level of technical writing and patents</a:t>
            </a:r>
          </a:p>
          <a:p>
            <a:pPr lvl="1" eaLnBrk="1" hangingPunct="1">
              <a:spcBef>
                <a:spcPts val="700"/>
              </a:spcBef>
              <a:buClr>
                <a:srgbClr val="000000"/>
              </a:buClr>
              <a:buSzPct val="100000"/>
              <a:buFont typeface="Arial" charset="0"/>
              <a:buNone/>
            </a:pPr>
            <a:endParaRPr lang="en-US" altLang="x-none" sz="2800" dirty="0">
              <a:solidFill>
                <a:srgbClr val="000000"/>
              </a:solidFill>
              <a:latin typeface="Calibri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52580" name="Slide Number Placeholder 1"/>
          <p:cNvSpPr>
            <a:spLocks noGrp="1"/>
          </p:cNvSpPr>
          <p:nvPr>
            <p:ph type="sldNum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15900" indent="-215900"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fld id="{9F83E5CE-1B87-5646-B875-61B429FB44DF}" type="slidenum">
              <a:rPr lang="en-US" altLang="x-none" sz="1800">
                <a:solidFill>
                  <a:srgbClr val="000000"/>
                </a:solidFill>
                <a:latin typeface="Times New Roman" charset="0"/>
              </a:rPr>
              <a:pPr/>
              <a:t>2</a:t>
            </a:fld>
            <a:endParaRPr lang="en-US" altLang="x-none" sz="1800">
              <a:solidFill>
                <a:srgbClr val="000000"/>
              </a:solidFill>
              <a:latin typeface="Times New Roman" charset="0"/>
            </a:endParaRP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83E2111-B0F3-868F-84DD-9E7305B8A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Stanley Cho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6250607-7F32-E060-9139-4107E0248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Took the courses previously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Has a cat: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0E8BC61-7DC0-7280-64AC-4C1A8F9DE7E3}"/>
              </a:ext>
            </a:extLst>
          </p:cNvPr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CB71B9-485C-6138-258F-9CEC5494E760}"/>
              </a:ext>
            </a:extLst>
          </p:cNvPr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>
              <a:defRPr/>
            </a:pPr>
            <a:fld id="{282B1CBC-BE39-E649-8CCA-3D8B5AE24183}" type="slidenum">
              <a:rPr lang="en-US" altLang="x-none" smtClean="0"/>
              <a:pPr>
                <a:defRPr/>
              </a:pPr>
              <a:t>3</a:t>
            </a:fld>
            <a:endParaRPr lang="en-US" altLang="x-none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4E115C4-BE43-3895-2095-D5DF35333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2239930"/>
            <a:ext cx="5219738" cy="4343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708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B0ABF-6739-9104-6F6D-615E46ED9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216CDA0-EF29-4ABD-BCBC-1BFA4E78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Stanley Cho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E827F-1EF9-B828-F40E-A8407C5DA7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Took the courses previously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Has a cat: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DF24E90-F593-7341-CBDB-AF63948703DA}"/>
              </a:ext>
            </a:extLst>
          </p:cNvPr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83F286-6DA2-D59B-1BE4-F4949979A4CE}"/>
              </a:ext>
            </a:extLst>
          </p:cNvPr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>
              <a:defRPr/>
            </a:pPr>
            <a:fld id="{282B1CBC-BE39-E649-8CCA-3D8B5AE24183}" type="slidenum">
              <a:rPr lang="en-US" altLang="x-none" smtClean="0"/>
              <a:pPr>
                <a:defRPr/>
              </a:pPr>
              <a:t>4</a:t>
            </a:fld>
            <a:endParaRPr lang="en-US" altLang="x-none"/>
          </a:p>
        </p:txBody>
      </p:sp>
      <p:pic>
        <p:nvPicPr>
          <p:cNvPr id="6" name="Picture 2" descr="Profile photo for Haoqing Zhang">
            <a:extLst>
              <a:ext uri="{FF2B5EF4-FFF2-40B4-BE49-F238E27FC236}">
                <a16:creationId xmlns:a16="http://schemas.microsoft.com/office/drawing/2014/main" id="{7358E600-85B6-9844-885D-C62C75C185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900" y="3733800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123279DD-E293-6A27-1FC3-BDB0B8BAE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9600" y="2209800"/>
            <a:ext cx="4038600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9766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83E2111-B0F3-868F-84DD-9E7305B8A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Dave Beck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6250607-7F32-E060-9139-4107E02486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I’m </a:t>
            </a:r>
            <a:r>
              <a:rPr lang="en-US" b="1" dirty="0"/>
              <a:t>Dave</a:t>
            </a:r>
            <a:r>
              <a:rPr lang="en-US" dirty="0"/>
              <a:t>, not Dr. Beck, or Professor Beck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ChemE / Computer Science &amp; Engineering / Environ. </a:t>
            </a:r>
            <a:r>
              <a:rPr lang="en-US" dirty="0" err="1">
                <a:solidFill>
                  <a:schemeClr val="tx1"/>
                </a:solidFill>
              </a:rPr>
              <a:t>Occup</a:t>
            </a:r>
            <a:r>
              <a:rPr lang="en-US" dirty="0">
                <a:solidFill>
                  <a:schemeClr val="tx1"/>
                </a:solidFill>
              </a:rPr>
              <a:t>. Health Sciences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Use software, ML &amp; AI to design better molecules and understand how others work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Director, </a:t>
            </a:r>
            <a:r>
              <a:rPr lang="en-US" dirty="0">
                <a:solidFill>
                  <a:schemeClr val="tx1"/>
                </a:solidFill>
                <a:hlinkClick r:id="rId2"/>
              </a:rPr>
              <a:t>Scientific Software Engineering Ctr.</a:t>
            </a: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Director of Research, </a:t>
            </a:r>
            <a:r>
              <a:rPr lang="en-US" dirty="0">
                <a:solidFill>
                  <a:schemeClr val="tx1"/>
                </a:solidFill>
                <a:hlinkClick r:id="rId3"/>
              </a:rPr>
              <a:t>eScience Institute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0E8BC61-7DC0-7280-64AC-4C1A8F9DE7E3}"/>
              </a:ext>
            </a:extLst>
          </p:cNvPr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CB71B9-485C-6138-258F-9CEC5494E760}"/>
              </a:ext>
            </a:extLst>
          </p:cNvPr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>
              <a:defRPr/>
            </a:pPr>
            <a:fld id="{282B1CBC-BE39-E649-8CCA-3D8B5AE24183}" type="slidenum">
              <a:rPr lang="en-US" altLang="x-none" smtClean="0"/>
              <a:pPr>
                <a:defRPr/>
              </a:pPr>
              <a:t>5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8537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5" name="Text Box 1"/>
          <p:cNvSpPr txBox="1">
            <a:spLocks noChangeArrowheads="1"/>
          </p:cNvSpPr>
          <p:nvPr/>
        </p:nvSpPr>
        <p:spPr bwMode="auto">
          <a:xfrm>
            <a:off x="457200" y="381000"/>
            <a:ext cx="82296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>
              <a:buSzPct val="100000"/>
            </a:pPr>
            <a:r>
              <a:rPr lang="en-US" altLang="x-none" sz="3600">
                <a:solidFill>
                  <a:srgbClr val="000000"/>
                </a:solidFill>
                <a:latin typeface="Calibri" charset="0"/>
              </a:rPr>
              <a:t>Agenda</a:t>
            </a:r>
          </a:p>
        </p:txBody>
      </p:sp>
      <p:sp>
        <p:nvSpPr>
          <p:cNvPr id="154626" name="Text Box 2"/>
          <p:cNvSpPr txBox="1">
            <a:spLocks noChangeArrowheads="1"/>
          </p:cNvSpPr>
          <p:nvPr/>
        </p:nvSpPr>
        <p:spPr bwMode="auto">
          <a:xfrm>
            <a:off x="457200" y="1447800"/>
            <a:ext cx="8229600" cy="432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 marL="341313" indent="-341313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</a:pPr>
            <a:r>
              <a:rPr lang="en-US" altLang="x-none" sz="3200" dirty="0">
                <a:solidFill>
                  <a:srgbClr val="000000"/>
                </a:solidFill>
                <a:latin typeface="Calibri" charset="0"/>
              </a:rPr>
              <a:t>Course overview</a:t>
            </a:r>
          </a:p>
          <a:p>
            <a:pPr eaLnBrk="1" hangingPunct="1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</a:pPr>
            <a:r>
              <a:rPr lang="en-US" altLang="x-none" sz="3200" dirty="0">
                <a:solidFill>
                  <a:srgbClr val="000000"/>
                </a:solidFill>
                <a:latin typeface="Calibri" charset="0"/>
              </a:rPr>
              <a:t>Python introduction, part 2</a:t>
            </a:r>
          </a:p>
        </p:txBody>
      </p:sp>
      <p:sp>
        <p:nvSpPr>
          <p:cNvPr id="154627" name="Text Box 4"/>
          <p:cNvSpPr txBox="1">
            <a:spLocks noChangeArrowheads="1"/>
          </p:cNvSpPr>
          <p:nvPr/>
        </p:nvSpPr>
        <p:spPr bwMode="auto">
          <a:xfrm>
            <a:off x="6543675" y="6248400"/>
            <a:ext cx="1381125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>
              <a:buSzPct val="100000"/>
            </a:pPr>
            <a:fld id="{E34EC161-5CED-374B-8E3E-F32E4893176E}" type="slidenum">
              <a:rPr lang="en-US" altLang="x-none" sz="1800">
                <a:solidFill>
                  <a:srgbClr val="000000"/>
                </a:solidFill>
              </a:rPr>
              <a:pPr eaLnBrk="1" hangingPunct="1">
                <a:buSzPct val="100000"/>
              </a:pPr>
              <a:t>6</a:t>
            </a:fld>
            <a:endParaRPr lang="en-US" altLang="x-none" sz="1800">
              <a:solidFill>
                <a:srgbClr val="000000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Beck, 2026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69" name="Text Box 1"/>
          <p:cNvSpPr txBox="1">
            <a:spLocks noChangeArrowheads="1"/>
          </p:cNvSpPr>
          <p:nvPr/>
        </p:nvSpPr>
        <p:spPr bwMode="auto">
          <a:xfrm>
            <a:off x="609600" y="1295400"/>
            <a:ext cx="8229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>
              <a:buSzPct val="100000"/>
            </a:pPr>
            <a:r>
              <a:rPr lang="en-US" altLang="x-none" sz="9600">
                <a:solidFill>
                  <a:srgbClr val="000000"/>
                </a:solidFill>
                <a:latin typeface="Calibri" charset="0"/>
              </a:rPr>
              <a:t>Course Overview</a:t>
            </a:r>
          </a:p>
        </p:txBody>
      </p:sp>
      <p:sp>
        <p:nvSpPr>
          <p:cNvPr id="160770" name="Text Box 3"/>
          <p:cNvSpPr txBox="1">
            <a:spLocks noChangeArrowheads="1"/>
          </p:cNvSpPr>
          <p:nvPr/>
        </p:nvSpPr>
        <p:spPr bwMode="auto">
          <a:xfrm>
            <a:off x="6324600" y="6324600"/>
            <a:ext cx="1752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>
              <a:buSzPct val="100000"/>
            </a:pPr>
            <a:fld id="{DAFC446F-D855-CE4A-A0C3-71DAF11BC962}" type="slidenum">
              <a:rPr lang="en-US" altLang="x-none" sz="1800">
                <a:solidFill>
                  <a:srgbClr val="000000"/>
                </a:solidFill>
              </a:rPr>
              <a:pPr eaLnBrk="1" hangingPunct="1">
                <a:buSzPct val="100000"/>
              </a:pPr>
              <a:t>7</a:t>
            </a:fld>
            <a:endParaRPr lang="en-US" altLang="x-none" sz="1800">
              <a:solidFill>
                <a:srgbClr val="000000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Beck, 2026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7" name="Title 1"/>
          <p:cNvSpPr>
            <a:spLocks noGrp="1"/>
          </p:cNvSpPr>
          <p:nvPr>
            <p:ph type="title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 altLang="x-none" dirty="0"/>
              <a:t>What you will learn</a:t>
            </a:r>
          </a:p>
        </p:txBody>
      </p:sp>
      <p:sp>
        <p:nvSpPr>
          <p:cNvPr id="163842" name="Content Placeholder 3"/>
          <p:cNvSpPr>
            <a:spLocks noGrp="1"/>
          </p:cNvSpPr>
          <p:nvPr>
            <p:ph idx="1"/>
          </p:nvPr>
        </p:nvSpPr>
        <p:spPr bwMode="auto">
          <a:xfrm>
            <a:off x="457200" y="1036638"/>
            <a:ext cx="8229600" cy="452596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457200" indent="-457200">
              <a:buFont typeface="Arial" charset="0"/>
              <a:buChar char="•"/>
            </a:pPr>
            <a:r>
              <a:rPr lang="en-US" altLang="x-none" sz="2400" dirty="0"/>
              <a:t>Search, evaluate, and integrate into a project externally developed Python packages; create your own Python packages.</a:t>
            </a:r>
          </a:p>
          <a:p>
            <a:pPr marL="457200" indent="-457200">
              <a:buFont typeface="Arial" charset="0"/>
              <a:buChar char="•"/>
            </a:pPr>
            <a:r>
              <a:rPr lang="en-US" altLang="x-none" sz="2400" dirty="0"/>
              <a:t>Identify, create, and utilize user centered design for reusable, sustainable software in science and engineering.</a:t>
            </a:r>
          </a:p>
          <a:p>
            <a:pPr marL="457200" indent="-457200">
              <a:buFont typeface="Arial" charset="0"/>
              <a:buChar char="•"/>
            </a:pPr>
            <a:r>
              <a:rPr lang="en-US" altLang="x-none" sz="2400" dirty="0"/>
              <a:t>Develop unit tests that validate important aspects of the project implementation.</a:t>
            </a:r>
          </a:p>
          <a:p>
            <a:pPr marL="457200" indent="-457200">
              <a:buFont typeface="Arial" charset="0"/>
              <a:buChar char="•"/>
            </a:pPr>
            <a:r>
              <a:rPr lang="en-US" altLang="x-none" sz="2400" dirty="0"/>
              <a:t>Develop software that it can be used by others including: sharing code on GitHub, documentation, installing packages, setup, and running computational studies.</a:t>
            </a:r>
          </a:p>
          <a:p>
            <a:pPr marL="457200" indent="-457200">
              <a:buFont typeface="Arial" charset="0"/>
              <a:buChar char="•"/>
            </a:pPr>
            <a:r>
              <a:rPr lang="en-US" altLang="x-none" sz="2400" dirty="0"/>
              <a:t>How to use AI tools to accelerate your software engineering workflow through practical experimentation </a:t>
            </a:r>
            <a:r>
              <a:rPr lang="en-US" altLang="x-none" sz="2400"/>
              <a:t>and sharing.</a:t>
            </a:r>
            <a:endParaRPr lang="en-US" altLang="x-none" sz="2400" dirty="0"/>
          </a:p>
          <a:p>
            <a:pPr marL="457200" indent="-457200">
              <a:buFont typeface="Arial" charset="0"/>
              <a:buChar char="•"/>
            </a:pPr>
            <a:endParaRPr lang="en-US" altLang="x-none" sz="240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67940" name="Slide Number Placeholder 1"/>
          <p:cNvSpPr>
            <a:spLocks noGrp="1"/>
          </p:cNvSpPr>
          <p:nvPr>
            <p:ph type="sldNum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15900" indent="-215900">
              <a:tabLst>
                <a:tab pos="723900" algn="l"/>
                <a:tab pos="14478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723900" algn="l"/>
                <a:tab pos="14478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723900" algn="l"/>
                <a:tab pos="14478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723900" algn="l"/>
                <a:tab pos="14478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723900" algn="l"/>
                <a:tab pos="14478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  <a:tab pos="14478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  <a:tab pos="14478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  <a:tab pos="14478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  <a:tab pos="14478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fld id="{854901F1-7F36-6342-8D54-5E912AC9A278}" type="slidenum">
              <a:rPr lang="en-US" altLang="x-none" sz="1800">
                <a:solidFill>
                  <a:srgbClr val="000000"/>
                </a:solidFill>
                <a:latin typeface="Times New Roman" charset="0"/>
              </a:rPr>
              <a:pPr/>
              <a:t>8</a:t>
            </a:fld>
            <a:endParaRPr lang="en-US" altLang="x-none" sz="1800">
              <a:solidFill>
                <a:srgbClr val="000000"/>
              </a:solidFill>
              <a:latin typeface="Times New Roman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42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5" name="Title 1"/>
          <p:cNvSpPr>
            <a:spLocks noGrp="1"/>
          </p:cNvSpPr>
          <p:nvPr>
            <p:ph type="title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Course Structure</a:t>
            </a:r>
          </a:p>
        </p:txBody>
      </p:sp>
      <p:sp>
        <p:nvSpPr>
          <p:cNvPr id="168962" name="Content Placeholder 3"/>
          <p:cNvSpPr>
            <a:spLocks noGrp="1"/>
          </p:cNvSpPr>
          <p:nvPr>
            <p:ph idx="1"/>
          </p:nvPr>
        </p:nvSpPr>
        <p:spPr bwMode="auto">
          <a:xfrm>
            <a:off x="457200" y="914400"/>
            <a:ext cx="8229600" cy="5211763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 algn="ctr">
              <a:defRPr/>
            </a:pPr>
            <a:r>
              <a:rPr lang="en-US" altLang="x-none" dirty="0">
                <a:hlinkClick r:id="rId2"/>
              </a:rPr>
              <a:t>http://uwseds.github.io/syllabus.html</a:t>
            </a:r>
            <a:endParaRPr lang="en-US" altLang="x-none" dirty="0"/>
          </a:p>
          <a:p>
            <a:pPr marL="457200" indent="-457200">
              <a:buFont typeface="Arial" charset="0"/>
              <a:buChar char="•"/>
              <a:defRPr/>
            </a:pPr>
            <a:endParaRPr lang="en-US" altLang="x-none" sz="2400" dirty="0"/>
          </a:p>
          <a:p>
            <a:pPr marL="457200" indent="-457200">
              <a:buFont typeface="Arial" charset="0"/>
              <a:buChar char="•"/>
              <a:defRPr/>
            </a:pPr>
            <a:r>
              <a:rPr lang="en-US" altLang="x-none" dirty="0"/>
              <a:t>Programming basics</a:t>
            </a:r>
          </a:p>
          <a:p>
            <a:pPr marL="857250" lvl="1" indent="-457200">
              <a:buFont typeface="Arial" charset="0"/>
              <a:buChar char="•"/>
              <a:defRPr/>
            </a:pPr>
            <a:r>
              <a:rPr lang="en-US" altLang="x-none" dirty="0"/>
              <a:t>Python, version control, command line</a:t>
            </a:r>
          </a:p>
          <a:p>
            <a:pPr marL="457200" indent="-457200">
              <a:buFont typeface="Arial" charset="0"/>
              <a:buChar char="•"/>
              <a:defRPr/>
            </a:pPr>
            <a:r>
              <a:rPr lang="en-US" altLang="x-none" dirty="0"/>
              <a:t>Software development</a:t>
            </a:r>
          </a:p>
          <a:p>
            <a:pPr marL="857250" lvl="1" indent="-457200">
              <a:buFont typeface="Arial" charset="0"/>
              <a:buChar char="•"/>
              <a:defRPr/>
            </a:pPr>
            <a:r>
              <a:rPr lang="en-US" altLang="x-none" dirty="0"/>
              <a:t>Design, Debugging, documentation, testing, collaboration</a:t>
            </a:r>
          </a:p>
          <a:p>
            <a:pPr marL="457200" indent="-457200">
              <a:buFont typeface="Arial" charset="0"/>
              <a:buChar char="•"/>
              <a:defRPr/>
            </a:pPr>
            <a:r>
              <a:rPr lang="en-US" altLang="x-none" dirty="0"/>
              <a:t>Software engineering practicum (project)</a:t>
            </a:r>
          </a:p>
          <a:p>
            <a:pPr marL="857250" lvl="1" indent="-457200">
              <a:buFont typeface="Arial" charset="0"/>
              <a:buChar char="•"/>
              <a:defRPr/>
            </a:pPr>
            <a:r>
              <a:rPr lang="en-US" altLang="x-none" dirty="0"/>
              <a:t>You will build a piece of software that will live beyond the course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69988" name="Slide Number Placeholder 1"/>
          <p:cNvSpPr>
            <a:spLocks noGrp="1"/>
          </p:cNvSpPr>
          <p:nvPr>
            <p:ph type="sldNum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15900" indent="-215900"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fld id="{C883EA58-DD54-0E4B-8D9F-A0F33CAB01BF}" type="slidenum">
              <a:rPr lang="en-US" altLang="x-none" sz="1800">
                <a:solidFill>
                  <a:srgbClr val="000000"/>
                </a:solidFill>
                <a:latin typeface="Times New Roman" charset="0"/>
              </a:rPr>
              <a:pPr/>
              <a:t>9</a:t>
            </a:fld>
            <a:endParaRPr lang="en-US" altLang="x-none" sz="1800">
              <a:solidFill>
                <a:srgbClr val="000000"/>
              </a:solidFill>
              <a:latin typeface="Times New Roman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3" name="Text Box 1"/>
          <p:cNvSpPr txBox="1">
            <a:spLocks noChangeArrowheads="1"/>
          </p:cNvSpPr>
          <p:nvPr/>
        </p:nvSpPr>
        <p:spPr bwMode="auto">
          <a:xfrm>
            <a:off x="457200" y="228600"/>
            <a:ext cx="82296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>
              <a:buSzPct val="100000"/>
            </a:pPr>
            <a:r>
              <a:rPr lang="en-US" altLang="x-none" sz="3600" dirty="0">
                <a:solidFill>
                  <a:srgbClr val="000000"/>
                </a:solidFill>
                <a:latin typeface="Calibri" charset="0"/>
              </a:rPr>
              <a:t>Grading</a:t>
            </a:r>
          </a:p>
        </p:txBody>
      </p:sp>
      <p:sp>
        <p:nvSpPr>
          <p:cNvPr id="177154" name="Text Box 89"/>
          <p:cNvSpPr txBox="1">
            <a:spLocks noChangeArrowheads="1"/>
          </p:cNvSpPr>
          <p:nvPr/>
        </p:nvSpPr>
        <p:spPr bwMode="auto">
          <a:xfrm>
            <a:off x="6324600" y="6324600"/>
            <a:ext cx="1752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>
              <a:buSzPct val="100000"/>
            </a:pPr>
            <a:fld id="{94FA5660-D96B-B34A-9D65-AF4387711E0B}" type="slidenum">
              <a:rPr lang="en-US" altLang="x-none" sz="1800">
                <a:solidFill>
                  <a:srgbClr val="000000"/>
                </a:solidFill>
              </a:rPr>
              <a:pPr eaLnBrk="1" hangingPunct="1">
                <a:buSzPct val="100000"/>
              </a:pPr>
              <a:t>10</a:t>
            </a:fld>
            <a:endParaRPr lang="en-US" altLang="x-none" sz="1800">
              <a:solidFill>
                <a:srgbClr val="000000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457200" y="1143000"/>
            <a:ext cx="8229600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lIns="90000" tIns="46800" rIns="90000" bIns="46800"/>
          <a:lstStyle>
            <a:lvl1pPr marL="341313" indent="-341313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1363" indent="-284163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marL="457200" indent="-457200" eaLnBrk="1" hangingPunct="1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How we grade homework</a:t>
            </a:r>
            <a:r>
              <a:rPr lang="mr-IN" sz="3200" dirty="0">
                <a:latin typeface="Calibri" charset="0"/>
              </a:rPr>
              <a:t>…</a:t>
            </a:r>
            <a:endParaRPr lang="en-US" sz="3200" dirty="0">
              <a:latin typeface="Calibri" charset="0"/>
            </a:endParaRPr>
          </a:p>
          <a:p>
            <a:pPr marL="857250" lvl="1" indent="-457200" eaLnBrk="1" hangingPunct="1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defRPr/>
            </a:pPr>
            <a:r>
              <a:rPr lang="en-US" sz="2800" dirty="0">
                <a:latin typeface="Calibri" charset="0"/>
              </a:rPr>
              <a:t>You submit homework using GitHub (version control tool) by the due date</a:t>
            </a:r>
          </a:p>
          <a:p>
            <a:pPr marL="857250" lvl="1" indent="-457200" eaLnBrk="1" hangingPunct="1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defRPr/>
            </a:pPr>
            <a:r>
              <a:rPr lang="en-US" sz="2800" dirty="0">
                <a:latin typeface="Calibri" charset="0"/>
              </a:rPr>
              <a:t>We take up to a week to review the homework and give feedback with a GitHub Issue</a:t>
            </a:r>
          </a:p>
          <a:p>
            <a:pPr marL="857250" lvl="1" indent="-457200" eaLnBrk="1" hangingPunct="1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defRPr/>
            </a:pPr>
            <a:r>
              <a:rPr lang="en-US" sz="2800" dirty="0">
                <a:latin typeface="Calibri" charset="0"/>
              </a:rPr>
              <a:t>You have an additional week to revise the homework to address any weaknesses</a:t>
            </a:r>
          </a:p>
          <a:p>
            <a:pPr marL="857250" lvl="1" indent="-457200" eaLnBrk="1" hangingPunct="1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defRPr/>
            </a:pPr>
            <a:r>
              <a:rPr lang="en-US" sz="2800" dirty="0">
                <a:latin typeface="Calibri" charset="0"/>
              </a:rPr>
              <a:t>Your final grade for a homework is given</a:t>
            </a:r>
          </a:p>
          <a:p>
            <a:pPr marL="857250" lvl="1" indent="-457200" eaLnBrk="1" hangingPunct="1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defRPr/>
            </a:pPr>
            <a:r>
              <a:rPr lang="en-US" sz="2800" b="1" dirty="0">
                <a:latin typeface="Calibri" charset="0"/>
              </a:rPr>
              <a:t>There is no reason you can’t get 5/5 on all HW </a:t>
            </a:r>
          </a:p>
          <a:p>
            <a:pPr lvl="1" eaLnBrk="1" hangingPunct="1">
              <a:spcBef>
                <a:spcPts val="700"/>
              </a:spcBef>
              <a:buClr>
                <a:srgbClr val="000000"/>
              </a:buClr>
              <a:buSzPct val="100000"/>
              <a:buFont typeface="Arial" charset="0"/>
              <a:buNone/>
              <a:defRPr/>
            </a:pPr>
            <a:endParaRPr lang="en-US" sz="2800" dirty="0">
              <a:latin typeface="Calibri" charset="0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ext Box 1"/>
          <p:cNvSpPr txBox="1">
            <a:spLocks noChangeArrowheads="1"/>
          </p:cNvSpPr>
          <p:nvPr/>
        </p:nvSpPr>
        <p:spPr bwMode="auto">
          <a:xfrm>
            <a:off x="457200" y="381000"/>
            <a:ext cx="8229600" cy="838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algn="ctr">
              <a:buClrTx/>
              <a:buFontTx/>
              <a:buNone/>
              <a:defRPr/>
            </a:pPr>
            <a:r>
              <a:rPr lang="en-US" sz="3600" dirty="0">
                <a:latin typeface="Calibri" charset="0"/>
              </a:rPr>
              <a:t>Class project overview</a:t>
            </a:r>
          </a:p>
        </p:txBody>
      </p:sp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457200" y="1447800"/>
            <a:ext cx="8229600" cy="432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marL="341313" indent="-341313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Collaborative software engineering experience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Teams of 3 to 4 with 4 being optimal</a:t>
            </a:r>
          </a:p>
          <a:p>
            <a:pPr lvl="2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Prefer </a:t>
            </a:r>
            <a:r>
              <a:rPr lang="en-US" sz="3200" i="1" dirty="0">
                <a:latin typeface="Calibri" charset="0"/>
              </a:rPr>
              <a:t>teams with diversity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Design software for users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Build software using version control &amp; tests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Publish software and advance career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endParaRPr lang="en-US" sz="3200" dirty="0">
              <a:latin typeface="Calibri" charset="0"/>
            </a:endParaRPr>
          </a:p>
        </p:txBody>
      </p:sp>
      <p:sp>
        <p:nvSpPr>
          <p:cNvPr id="15364" name="Text Box 4"/>
          <p:cNvSpPr txBox="1">
            <a:spLocks noChangeArrowheads="1"/>
          </p:cNvSpPr>
          <p:nvPr/>
        </p:nvSpPr>
        <p:spPr bwMode="auto">
          <a:xfrm>
            <a:off x="6543675" y="6248400"/>
            <a:ext cx="138112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>
              <a:buClrTx/>
              <a:buFontTx/>
              <a:buNone/>
              <a:defRPr/>
            </a:pPr>
            <a:fld id="{8B804784-53DF-1942-BD3E-6E4D7283BCAC}" type="slidenum">
              <a:rPr lang="en-US" sz="1800" smtClean="0"/>
              <a:pPr>
                <a:buClrTx/>
                <a:buFontTx/>
                <a:buNone/>
                <a:defRPr/>
              </a:pPr>
              <a:t>11</a:t>
            </a:fld>
            <a:endParaRPr lang="en-US" sz="18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170" y="4893388"/>
            <a:ext cx="2527300" cy="14732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6896" y="4893388"/>
            <a:ext cx="2895600" cy="1694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779614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ext Box 1"/>
          <p:cNvSpPr txBox="1">
            <a:spLocks noChangeArrowheads="1"/>
          </p:cNvSpPr>
          <p:nvPr/>
        </p:nvSpPr>
        <p:spPr bwMode="auto">
          <a:xfrm>
            <a:off x="457200" y="381000"/>
            <a:ext cx="8229600" cy="838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algn="ctr">
              <a:buClrTx/>
              <a:buFontTx/>
              <a:buNone/>
              <a:defRPr/>
            </a:pPr>
            <a:r>
              <a:rPr lang="en-US" sz="3600" b="1" dirty="0">
                <a:latin typeface="Calibri" charset="0"/>
              </a:rPr>
              <a:t>Things to Think About</a:t>
            </a:r>
          </a:p>
        </p:txBody>
      </p:sp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457200" y="1447800"/>
            <a:ext cx="8229600" cy="432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marL="341313" indent="-341313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Topics of interest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dirty="0">
                <a:latin typeface="Calibri" charset="0"/>
              </a:rPr>
              <a:t>Is there an unmet need (i.e. no code already exists)?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dirty="0">
                <a:latin typeface="Calibri" charset="0"/>
              </a:rPr>
              <a:t>Is there only commercial software available for a task?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dirty="0">
                <a:latin typeface="Calibri" charset="0"/>
              </a:rPr>
              <a:t>What is the potential user base?</a:t>
            </a: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Data you have access to NOW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How much you’ve used the data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Code you have to access the data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How clean the data are</a:t>
            </a:r>
          </a:p>
        </p:txBody>
      </p:sp>
      <p:sp>
        <p:nvSpPr>
          <p:cNvPr id="15364" name="Text Box 4"/>
          <p:cNvSpPr txBox="1">
            <a:spLocks noChangeArrowheads="1"/>
          </p:cNvSpPr>
          <p:nvPr/>
        </p:nvSpPr>
        <p:spPr bwMode="auto">
          <a:xfrm>
            <a:off x="6543675" y="6248400"/>
            <a:ext cx="138112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>
              <a:buClrTx/>
              <a:buFontTx/>
              <a:buNone/>
              <a:defRPr/>
            </a:pPr>
            <a:fld id="{8B804784-53DF-1942-BD3E-6E4D7283BCAC}" type="slidenum">
              <a:rPr lang="en-US" sz="1800" smtClean="0"/>
              <a:pPr>
                <a:buClrTx/>
                <a:buFontTx/>
                <a:buNone/>
                <a:defRPr/>
              </a:pPr>
              <a:t>12</a:t>
            </a:fld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752894422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ext Box 1"/>
          <p:cNvSpPr txBox="1">
            <a:spLocks noChangeArrowheads="1"/>
          </p:cNvSpPr>
          <p:nvPr/>
        </p:nvSpPr>
        <p:spPr bwMode="auto">
          <a:xfrm>
            <a:off x="457200" y="381000"/>
            <a:ext cx="8229600" cy="838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algn="ctr">
              <a:buClrTx/>
              <a:buFontTx/>
              <a:buNone/>
              <a:defRPr/>
            </a:pPr>
            <a:r>
              <a:rPr lang="en-US" sz="3600" b="1" dirty="0">
                <a:latin typeface="Calibri" charset="0"/>
              </a:rPr>
              <a:t>Project Ideation</a:t>
            </a:r>
          </a:p>
        </p:txBody>
      </p:sp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457200" y="1066800"/>
            <a:ext cx="8229600" cy="432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marL="341313" indent="-341313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2800" dirty="0">
                <a:latin typeface="Calibri" charset="0"/>
              </a:rPr>
              <a:t>Over the first few weeks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2800" dirty="0">
                <a:latin typeface="Calibri" charset="0"/>
              </a:rPr>
              <a:t>What areas are you interested in?  E.g. social good or a job demo.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2800" dirty="0">
                <a:latin typeface="Calibri" charset="0"/>
              </a:rPr>
              <a:t>What data are available in that space?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2800" dirty="0">
                <a:latin typeface="Calibri" charset="0"/>
              </a:rPr>
              <a:t>What tools already exist in that space?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2800" dirty="0">
                <a:latin typeface="Calibri" charset="0"/>
              </a:rPr>
              <a:t>What type of project is this? (answer research question, create reusable data, create a tool, other?)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2800" b="1" dirty="0">
                <a:latin typeface="Calibri" charset="0"/>
              </a:rPr>
              <a:t>Volunteer to give a one slide, 5 minute project idea pitch at the start of class!</a:t>
            </a:r>
          </a:p>
        </p:txBody>
      </p:sp>
      <p:sp>
        <p:nvSpPr>
          <p:cNvPr id="15364" name="Text Box 4"/>
          <p:cNvSpPr txBox="1">
            <a:spLocks noChangeArrowheads="1"/>
          </p:cNvSpPr>
          <p:nvPr/>
        </p:nvSpPr>
        <p:spPr bwMode="auto">
          <a:xfrm>
            <a:off x="6543675" y="6248400"/>
            <a:ext cx="138112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>
              <a:buClrTx/>
              <a:buFontTx/>
              <a:buNone/>
              <a:defRPr/>
            </a:pPr>
            <a:fld id="{8B804784-53DF-1942-BD3E-6E4D7283BCAC}" type="slidenum">
              <a:rPr lang="en-US" sz="1800" smtClean="0"/>
              <a:pPr>
                <a:buClrTx/>
                <a:buFontTx/>
                <a:buNone/>
                <a:defRPr/>
              </a:pPr>
              <a:t>13</a:t>
            </a:fld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893042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1" name="Text Box 1"/>
          <p:cNvSpPr txBox="1">
            <a:spLocks noChangeArrowheads="1"/>
          </p:cNvSpPr>
          <p:nvPr/>
        </p:nvSpPr>
        <p:spPr bwMode="auto">
          <a:xfrm>
            <a:off x="457200" y="228600"/>
            <a:ext cx="82296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>
              <a:buSzPct val="100000"/>
            </a:pPr>
            <a:r>
              <a:rPr lang="en-US" altLang="x-none" sz="3600">
                <a:solidFill>
                  <a:srgbClr val="000000"/>
                </a:solidFill>
                <a:latin typeface="Calibri" charset="0"/>
              </a:rPr>
              <a:t>Course Web Page</a:t>
            </a:r>
          </a:p>
        </p:txBody>
      </p:sp>
      <p:sp>
        <p:nvSpPr>
          <p:cNvPr id="179202" name="Text Box 3"/>
          <p:cNvSpPr txBox="1">
            <a:spLocks noChangeArrowheads="1"/>
          </p:cNvSpPr>
          <p:nvPr/>
        </p:nvSpPr>
        <p:spPr bwMode="auto">
          <a:xfrm>
            <a:off x="6324600" y="6324600"/>
            <a:ext cx="1752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>
              <a:buSzPct val="100000"/>
            </a:pPr>
            <a:fld id="{A154BB29-5C3B-D04C-8429-1167617D7653}" type="slidenum">
              <a:rPr lang="en-US" altLang="x-none" sz="1800">
                <a:solidFill>
                  <a:srgbClr val="000000"/>
                </a:solidFill>
              </a:rPr>
              <a:pPr eaLnBrk="1" hangingPunct="1">
                <a:buSzPct val="100000"/>
              </a:pPr>
              <a:t>14</a:t>
            </a:fld>
            <a:endParaRPr lang="en-US" altLang="x-none" sz="1800">
              <a:solidFill>
                <a:srgbClr val="000000"/>
              </a:solidFill>
            </a:endParaRPr>
          </a:p>
        </p:txBody>
      </p:sp>
      <p:sp>
        <p:nvSpPr>
          <p:cNvPr id="179203" name="Rectangle 5"/>
          <p:cNvSpPr>
            <a:spLocks noChangeArrowheads="1"/>
          </p:cNvSpPr>
          <p:nvPr/>
        </p:nvSpPr>
        <p:spPr bwMode="auto">
          <a:xfrm>
            <a:off x="838200" y="2209800"/>
            <a:ext cx="7391400" cy="2033506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>
              <a:buSzPct val="100000"/>
            </a:pPr>
            <a:r>
              <a:rPr lang="en-US" altLang="x-none" sz="5400" dirty="0">
                <a:solidFill>
                  <a:srgbClr val="000000"/>
                </a:solidFill>
                <a:hlinkClick r:id="rId3"/>
              </a:rPr>
              <a:t>http://uwdirect.github.io</a:t>
            </a:r>
            <a:endParaRPr lang="en-US" altLang="x-none" sz="5400" dirty="0">
              <a:solidFill>
                <a:srgbClr val="000000"/>
              </a:solidFill>
            </a:endParaRPr>
          </a:p>
          <a:p>
            <a:pPr eaLnBrk="1" hangingPunct="1">
              <a:buSzPct val="100000"/>
            </a:pPr>
            <a:endParaRPr lang="en-US" altLang="x-none" sz="7200" dirty="0">
              <a:solidFill>
                <a:srgbClr val="000000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Beck, 2026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2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3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4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5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6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7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9.xml><?xml version="1.0" encoding="utf-8"?>
<a:theme xmlns:a="http://schemas.openxmlformats.org/drawingml/2006/main" name="8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10.xml><?xml version="1.0" encoding="utf-8"?>
<a:theme xmlns:a="http://schemas.openxmlformats.org/drawingml/2006/main" name="9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11.xml><?xml version="1.0" encoding="utf-8"?>
<a:theme xmlns:a="http://schemas.openxmlformats.org/drawingml/2006/main" name="10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12.xml><?xml version="1.0" encoding="utf-8"?>
<a:theme xmlns:a="http://schemas.openxmlformats.org/drawingml/2006/main" name="11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1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17311</TotalTime>
  <Words>641</Words>
  <Application>Microsoft Office PowerPoint</Application>
  <PresentationFormat>On-screen Show (4:3)</PresentationFormat>
  <Paragraphs>115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12</vt:i4>
      </vt:variant>
      <vt:variant>
        <vt:lpstr>Slide Titles</vt:lpstr>
      </vt:variant>
      <vt:variant>
        <vt:i4>14</vt:i4>
      </vt:variant>
    </vt:vector>
  </HeadingPairs>
  <TitlesOfParts>
    <vt:vector size="30" baseType="lpstr">
      <vt:lpstr>Times New Roman</vt:lpstr>
      <vt:lpstr>Calibri</vt:lpstr>
      <vt:lpstr>Arial</vt:lpstr>
      <vt:lpstr>Wingdings</vt:lpstr>
      <vt:lpstr>Office Theme</vt:lpstr>
      <vt:lpstr>1_Office Theme</vt:lpstr>
      <vt:lpstr>2_Office Theme</vt:lpstr>
      <vt:lpstr>3_Office Theme</vt:lpstr>
      <vt:lpstr>4_Office Theme</vt:lpstr>
      <vt:lpstr>5_Office Theme</vt:lpstr>
      <vt:lpstr>6_Office Theme</vt:lpstr>
      <vt:lpstr>7_Office Theme</vt:lpstr>
      <vt:lpstr>8_Office Theme</vt:lpstr>
      <vt:lpstr>9_Office Theme</vt:lpstr>
      <vt:lpstr>10_Office Theme</vt:lpstr>
      <vt:lpstr>11_Office Theme</vt:lpstr>
      <vt:lpstr>PowerPoint Presentation</vt:lpstr>
      <vt:lpstr>PowerPoint Presentation</vt:lpstr>
      <vt:lpstr>Stanley Cho</vt:lpstr>
      <vt:lpstr>Stanley Cho</vt:lpstr>
      <vt:lpstr>Dave Beck</vt:lpstr>
      <vt:lpstr>PowerPoint Presentation</vt:lpstr>
      <vt:lpstr>PowerPoint Presentation</vt:lpstr>
      <vt:lpstr>What you will learn</vt:lpstr>
      <vt:lpstr>Course Structure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Tricia Caparas</dc:creator>
  <cp:lastModifiedBy>David Beck</cp:lastModifiedBy>
  <cp:revision>396</cp:revision>
  <cp:lastPrinted>1601-01-01T00:00:00Z</cp:lastPrinted>
  <dcterms:created xsi:type="dcterms:W3CDTF">2008-11-04T22:35:39Z</dcterms:created>
  <dcterms:modified xsi:type="dcterms:W3CDTF">2026-01-06T20:29:30Z</dcterms:modified>
</cp:coreProperties>
</file>